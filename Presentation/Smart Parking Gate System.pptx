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อีฟดอวอิ้ง" charset="1" panose="00000000000000000000"/>
      <p:regular r:id="rId22"/>
    </p:embeddedFont>
    <p:embeddedFont>
      <p:font typeface="Handelson Four" charset="1" panose="000001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7.jpe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3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drive.google.com/file/d/1DpSWVMpt97qAKMgUWJTMub2WuIHpYued/view?usp=drivesdk" TargetMode="External" Type="http://schemas.openxmlformats.org/officeDocument/2006/relationships/hyperlink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35.jpeg" Type="http://schemas.openxmlformats.org/officeDocument/2006/relationships/image"/><Relationship Id="rId7" Target="../media/VAHXP-Ogplk.mp4" Type="http://schemas.openxmlformats.org/officeDocument/2006/relationships/video"/><Relationship Id="rId8" Target="../media/VAHXP-Ogplk.mp4" Type="http://schemas.microsoft.com/office/2007/relationships/media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sv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13" Target="../media/image6.pn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74102" y="-2157434"/>
            <a:ext cx="10739796" cy="9802505"/>
          </a:xfrm>
          <a:custGeom>
            <a:avLst/>
            <a:gdLst/>
            <a:ahLst/>
            <a:cxnLst/>
            <a:rect r="r" b="b" t="t" l="l"/>
            <a:pathLst>
              <a:path h="9802505" w="10739796">
                <a:moveTo>
                  <a:pt x="0" y="0"/>
                </a:moveTo>
                <a:lnTo>
                  <a:pt x="10739796" y="0"/>
                </a:lnTo>
                <a:lnTo>
                  <a:pt x="10739796" y="9802505"/>
                </a:lnTo>
                <a:lnTo>
                  <a:pt x="0" y="9802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44631" y="8435090"/>
            <a:ext cx="19377262" cy="2043420"/>
          </a:xfrm>
          <a:custGeom>
            <a:avLst/>
            <a:gdLst/>
            <a:ahLst/>
            <a:cxnLst/>
            <a:rect r="r" b="b" t="t" l="l"/>
            <a:pathLst>
              <a:path h="2043420" w="19377262">
                <a:moveTo>
                  <a:pt x="0" y="0"/>
                </a:moveTo>
                <a:lnTo>
                  <a:pt x="19377262" y="0"/>
                </a:lnTo>
                <a:lnTo>
                  <a:pt x="19377262" y="2043421"/>
                </a:lnTo>
                <a:lnTo>
                  <a:pt x="0" y="20434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70387" y="5492813"/>
            <a:ext cx="5189465" cy="3892099"/>
          </a:xfrm>
          <a:custGeom>
            <a:avLst/>
            <a:gdLst/>
            <a:ahLst/>
            <a:cxnLst/>
            <a:rect r="r" b="b" t="t" l="l"/>
            <a:pathLst>
              <a:path h="3892099" w="5189465">
                <a:moveTo>
                  <a:pt x="0" y="0"/>
                </a:moveTo>
                <a:lnTo>
                  <a:pt x="5189465" y="0"/>
                </a:lnTo>
                <a:lnTo>
                  <a:pt x="5189465" y="3892099"/>
                </a:lnTo>
                <a:lnTo>
                  <a:pt x="0" y="38920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55013" y="5741693"/>
            <a:ext cx="6590951" cy="3394340"/>
          </a:xfrm>
          <a:custGeom>
            <a:avLst/>
            <a:gdLst/>
            <a:ahLst/>
            <a:cxnLst/>
            <a:rect r="r" b="b" t="t" l="l"/>
            <a:pathLst>
              <a:path h="3394340" w="6590951">
                <a:moveTo>
                  <a:pt x="0" y="0"/>
                </a:moveTo>
                <a:lnTo>
                  <a:pt x="6590952" y="0"/>
                </a:lnTo>
                <a:lnTo>
                  <a:pt x="6590952" y="3394340"/>
                </a:lnTo>
                <a:lnTo>
                  <a:pt x="0" y="33943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52503" y="6101799"/>
            <a:ext cx="6182995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Presented by Yay!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79756" y="3622752"/>
            <a:ext cx="8928488" cy="261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83"/>
              </a:lnSpc>
              <a:spcBef>
                <a:spcPct val="0"/>
              </a:spcBef>
            </a:pPr>
            <a:r>
              <a:rPr lang="en-US" sz="10399">
                <a:solidFill>
                  <a:srgbClr val="286C53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SMART PARKING GATE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82850" y="2537225"/>
            <a:ext cx="11322300" cy="1935270"/>
            <a:chOff x="0" y="0"/>
            <a:chExt cx="2982005" cy="5097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82005" cy="509701"/>
            </a:xfrm>
            <a:custGeom>
              <a:avLst/>
              <a:gdLst/>
              <a:ahLst/>
              <a:cxnLst/>
              <a:rect r="r" b="b" t="t" l="l"/>
              <a:pathLst>
                <a:path h="509701" w="2982005">
                  <a:moveTo>
                    <a:pt x="34873" y="0"/>
                  </a:moveTo>
                  <a:lnTo>
                    <a:pt x="2947132" y="0"/>
                  </a:lnTo>
                  <a:cubicBezTo>
                    <a:pt x="2956381" y="0"/>
                    <a:pt x="2965251" y="3674"/>
                    <a:pt x="2971791" y="10214"/>
                  </a:cubicBezTo>
                  <a:cubicBezTo>
                    <a:pt x="2978331" y="16754"/>
                    <a:pt x="2982005" y="25624"/>
                    <a:pt x="2982005" y="34873"/>
                  </a:cubicBezTo>
                  <a:lnTo>
                    <a:pt x="2982005" y="474828"/>
                  </a:lnTo>
                  <a:cubicBezTo>
                    <a:pt x="2982005" y="484077"/>
                    <a:pt x="2978331" y="492947"/>
                    <a:pt x="2971791" y="499487"/>
                  </a:cubicBezTo>
                  <a:cubicBezTo>
                    <a:pt x="2965251" y="506027"/>
                    <a:pt x="2956381" y="509701"/>
                    <a:pt x="2947132" y="509701"/>
                  </a:cubicBezTo>
                  <a:lnTo>
                    <a:pt x="34873" y="509701"/>
                  </a:lnTo>
                  <a:cubicBezTo>
                    <a:pt x="25624" y="509701"/>
                    <a:pt x="16754" y="506027"/>
                    <a:pt x="10214" y="499487"/>
                  </a:cubicBezTo>
                  <a:cubicBezTo>
                    <a:pt x="3674" y="492947"/>
                    <a:pt x="0" y="484077"/>
                    <a:pt x="0" y="474828"/>
                  </a:cubicBezTo>
                  <a:lnTo>
                    <a:pt x="0" y="34873"/>
                  </a:lnTo>
                  <a:cubicBezTo>
                    <a:pt x="0" y="25624"/>
                    <a:pt x="3674" y="16754"/>
                    <a:pt x="10214" y="10214"/>
                  </a:cubicBezTo>
                  <a:cubicBezTo>
                    <a:pt x="16754" y="3674"/>
                    <a:pt x="25624" y="0"/>
                    <a:pt x="34873" y="0"/>
                  </a:cubicBezTo>
                  <a:close/>
                </a:path>
              </a:pathLst>
            </a:custGeom>
            <a:solidFill>
              <a:srgbClr val="F8C650"/>
            </a:solidFill>
            <a:ln w="10477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982005" cy="585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051055" y="5152244"/>
            <a:ext cx="10185890" cy="2597531"/>
            <a:chOff x="0" y="0"/>
            <a:chExt cx="1969799" cy="5023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69799" cy="502324"/>
            </a:xfrm>
            <a:custGeom>
              <a:avLst/>
              <a:gdLst/>
              <a:ahLst/>
              <a:cxnLst/>
              <a:rect r="r" b="b" t="t" l="l"/>
              <a:pathLst>
                <a:path h="502324" w="1969799">
                  <a:moveTo>
                    <a:pt x="38763" y="0"/>
                  </a:moveTo>
                  <a:lnTo>
                    <a:pt x="1931035" y="0"/>
                  </a:lnTo>
                  <a:cubicBezTo>
                    <a:pt x="1941316" y="0"/>
                    <a:pt x="1951176" y="4084"/>
                    <a:pt x="1958445" y="11353"/>
                  </a:cubicBezTo>
                  <a:cubicBezTo>
                    <a:pt x="1965715" y="18623"/>
                    <a:pt x="1969799" y="28483"/>
                    <a:pt x="1969799" y="38763"/>
                  </a:cubicBezTo>
                  <a:lnTo>
                    <a:pt x="1969799" y="463560"/>
                  </a:lnTo>
                  <a:cubicBezTo>
                    <a:pt x="1969799" y="473841"/>
                    <a:pt x="1965715" y="483701"/>
                    <a:pt x="1958445" y="490970"/>
                  </a:cubicBezTo>
                  <a:cubicBezTo>
                    <a:pt x="1951176" y="498240"/>
                    <a:pt x="1941316" y="502324"/>
                    <a:pt x="1931035" y="502324"/>
                  </a:cubicBezTo>
                  <a:lnTo>
                    <a:pt x="38763" y="502324"/>
                  </a:lnTo>
                  <a:cubicBezTo>
                    <a:pt x="28483" y="502324"/>
                    <a:pt x="18623" y="498240"/>
                    <a:pt x="11353" y="490970"/>
                  </a:cubicBezTo>
                  <a:cubicBezTo>
                    <a:pt x="4084" y="483701"/>
                    <a:pt x="0" y="473841"/>
                    <a:pt x="0" y="463560"/>
                  </a:cubicBezTo>
                  <a:lnTo>
                    <a:pt x="0" y="38763"/>
                  </a:lnTo>
                  <a:cubicBezTo>
                    <a:pt x="0" y="28483"/>
                    <a:pt x="4084" y="18623"/>
                    <a:pt x="11353" y="11353"/>
                  </a:cubicBezTo>
                  <a:cubicBezTo>
                    <a:pt x="18623" y="4084"/>
                    <a:pt x="28483" y="0"/>
                    <a:pt x="38763" y="0"/>
                  </a:cubicBezTo>
                  <a:close/>
                </a:path>
              </a:pathLst>
            </a:custGeom>
            <a:solidFill>
              <a:srgbClr val="FFEBCA"/>
            </a:solidFill>
            <a:ln w="95250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969799" cy="578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87869" y="9822994"/>
            <a:ext cx="20043026" cy="838163"/>
          </a:xfrm>
          <a:custGeom>
            <a:avLst/>
            <a:gdLst/>
            <a:ahLst/>
            <a:cxnLst/>
            <a:rect r="r" b="b" t="t" l="l"/>
            <a:pathLst>
              <a:path h="838163" w="20043026">
                <a:moveTo>
                  <a:pt x="0" y="0"/>
                </a:moveTo>
                <a:lnTo>
                  <a:pt x="20043026" y="0"/>
                </a:lnTo>
                <a:lnTo>
                  <a:pt x="20043026" y="838163"/>
                </a:lnTo>
                <a:lnTo>
                  <a:pt x="0" y="8381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65898" y="2583789"/>
            <a:ext cx="8956205" cy="165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39"/>
              </a:lnSpc>
              <a:spcBef>
                <a:spcPct val="0"/>
              </a:spcBef>
            </a:pPr>
            <a:r>
              <a:rPr lang="en-US" sz="9599">
                <a:solidFill>
                  <a:srgbClr val="286C53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จัดทำโดย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55940" y="5574859"/>
            <a:ext cx="7576120" cy="156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11"/>
              </a:lnSpc>
            </a:pPr>
            <a:r>
              <a:rPr lang="en-US" sz="4007">
                <a:solidFill>
                  <a:srgbClr val="0000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ณัฐนนท์ สุขประเสริฐ   2411311422</a:t>
            </a:r>
          </a:p>
          <a:p>
            <a:pPr algn="just">
              <a:lnSpc>
                <a:spcPts val="6011"/>
              </a:lnSpc>
              <a:spcBef>
                <a:spcPct val="0"/>
              </a:spcBef>
            </a:pPr>
            <a:r>
              <a:rPr lang="en-US" sz="4007">
                <a:solidFill>
                  <a:srgbClr val="0000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ธัญสมร ชินอ่อน         2411311851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16307" y="8713919"/>
            <a:ext cx="19120613" cy="2016356"/>
          </a:xfrm>
          <a:custGeom>
            <a:avLst/>
            <a:gdLst/>
            <a:ahLst/>
            <a:cxnLst/>
            <a:rect r="r" b="b" t="t" l="l"/>
            <a:pathLst>
              <a:path h="2016356" w="19120613">
                <a:moveTo>
                  <a:pt x="0" y="0"/>
                </a:moveTo>
                <a:lnTo>
                  <a:pt x="19120614" y="0"/>
                </a:lnTo>
                <a:lnTo>
                  <a:pt x="19120614" y="2016356"/>
                </a:lnTo>
                <a:lnTo>
                  <a:pt x="0" y="20163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706927" y="2923035"/>
            <a:ext cx="12874145" cy="5496983"/>
            <a:chOff x="0" y="0"/>
            <a:chExt cx="3390721" cy="14477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90721" cy="1447765"/>
            </a:xfrm>
            <a:custGeom>
              <a:avLst/>
              <a:gdLst/>
              <a:ahLst/>
              <a:cxnLst/>
              <a:rect r="r" b="b" t="t" l="l"/>
              <a:pathLst>
                <a:path h="1447765" w="3390721">
                  <a:moveTo>
                    <a:pt x="30669" y="0"/>
                  </a:moveTo>
                  <a:lnTo>
                    <a:pt x="3360052" y="0"/>
                  </a:lnTo>
                  <a:cubicBezTo>
                    <a:pt x="3368186" y="0"/>
                    <a:pt x="3375987" y="3231"/>
                    <a:pt x="3381739" y="8983"/>
                  </a:cubicBezTo>
                  <a:cubicBezTo>
                    <a:pt x="3387490" y="14734"/>
                    <a:pt x="3390721" y="22535"/>
                    <a:pt x="3390721" y="30669"/>
                  </a:cubicBezTo>
                  <a:lnTo>
                    <a:pt x="3390721" y="1417096"/>
                  </a:lnTo>
                  <a:cubicBezTo>
                    <a:pt x="3390721" y="1434034"/>
                    <a:pt x="3376990" y="1447765"/>
                    <a:pt x="3360052" y="1447765"/>
                  </a:cubicBezTo>
                  <a:lnTo>
                    <a:pt x="30669" y="1447765"/>
                  </a:lnTo>
                  <a:cubicBezTo>
                    <a:pt x="13731" y="1447765"/>
                    <a:pt x="0" y="1434034"/>
                    <a:pt x="0" y="1417096"/>
                  </a:cubicBezTo>
                  <a:lnTo>
                    <a:pt x="0" y="30669"/>
                  </a:lnTo>
                  <a:cubicBezTo>
                    <a:pt x="0" y="13731"/>
                    <a:pt x="13731" y="0"/>
                    <a:pt x="30669" y="0"/>
                  </a:cubicBezTo>
                  <a:close/>
                </a:path>
              </a:pathLst>
            </a:custGeom>
            <a:solidFill>
              <a:srgbClr val="FFEBCA"/>
            </a:solidFill>
            <a:ln w="95250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3390721" cy="1523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126363" y="1028700"/>
            <a:ext cx="10035275" cy="1600434"/>
            <a:chOff x="0" y="0"/>
            <a:chExt cx="2643035" cy="4215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43035" cy="421514"/>
            </a:xfrm>
            <a:custGeom>
              <a:avLst/>
              <a:gdLst/>
              <a:ahLst/>
              <a:cxnLst/>
              <a:rect r="r" b="b" t="t" l="l"/>
              <a:pathLst>
                <a:path h="421514" w="2643035">
                  <a:moveTo>
                    <a:pt x="39345" y="0"/>
                  </a:moveTo>
                  <a:lnTo>
                    <a:pt x="2603690" y="0"/>
                  </a:lnTo>
                  <a:cubicBezTo>
                    <a:pt x="2625420" y="0"/>
                    <a:pt x="2643035" y="17615"/>
                    <a:pt x="2643035" y="39345"/>
                  </a:cubicBezTo>
                  <a:lnTo>
                    <a:pt x="2643035" y="382169"/>
                  </a:lnTo>
                  <a:cubicBezTo>
                    <a:pt x="2643035" y="392603"/>
                    <a:pt x="2638890" y="402611"/>
                    <a:pt x="2631511" y="409990"/>
                  </a:cubicBezTo>
                  <a:cubicBezTo>
                    <a:pt x="2624133" y="417368"/>
                    <a:pt x="2614125" y="421514"/>
                    <a:pt x="2603690" y="421514"/>
                  </a:cubicBezTo>
                  <a:lnTo>
                    <a:pt x="39345" y="421514"/>
                  </a:lnTo>
                  <a:cubicBezTo>
                    <a:pt x="17615" y="421514"/>
                    <a:pt x="0" y="403898"/>
                    <a:pt x="0" y="382169"/>
                  </a:cubicBezTo>
                  <a:lnTo>
                    <a:pt x="0" y="39345"/>
                  </a:lnTo>
                  <a:cubicBezTo>
                    <a:pt x="0" y="28910"/>
                    <a:pt x="4145" y="18903"/>
                    <a:pt x="11524" y="11524"/>
                  </a:cubicBezTo>
                  <a:cubicBezTo>
                    <a:pt x="18903" y="4145"/>
                    <a:pt x="28910" y="0"/>
                    <a:pt x="39345" y="0"/>
                  </a:cubicBezTo>
                  <a:close/>
                </a:path>
              </a:pathLst>
            </a:custGeom>
            <a:solidFill>
              <a:srgbClr val="F8C650"/>
            </a:solidFill>
            <a:ln w="10477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643035" cy="497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161025" y="6093569"/>
            <a:ext cx="3957477" cy="3475385"/>
          </a:xfrm>
          <a:custGeom>
            <a:avLst/>
            <a:gdLst/>
            <a:ahLst/>
            <a:cxnLst/>
            <a:rect r="r" b="b" t="t" l="l"/>
            <a:pathLst>
              <a:path h="3475385" w="3957477">
                <a:moveTo>
                  <a:pt x="0" y="0"/>
                </a:moveTo>
                <a:lnTo>
                  <a:pt x="3957478" y="0"/>
                </a:lnTo>
                <a:lnTo>
                  <a:pt x="3957478" y="3475384"/>
                </a:lnTo>
                <a:lnTo>
                  <a:pt x="0" y="34753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401735" y="3430065"/>
            <a:ext cx="11484531" cy="450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ระบบจำลองไม้กั้นอัตโนมัติและนับจำนวนรถ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เข้า-ออกลาน จอดรถ โดยนำเทคโนโลยีอิเล็กทรอนิกส์และไมโครคอนโทรลเลอร์มาประยุกต์ใช้ในการตรวจจับรถ คำนวณพื้นที่ว่าง จัดการเปิด-ปิดไม้กั้น แสดงผลสถานะ</a:t>
            </a:r>
            <a:r>
              <a:rPr lang="en-US" sz="3600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 และเพิ่มฟังก์ชันความสะดวกและความปลอดภัย เพื่อให้ผู้ใช้งานสามารถทราบสถานะที่จอดรถได้ทันที และช่วยให้การบริหารจัดการลานจอดรถมีประสิทธิภาพยิ่งขึ้น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2635" y="5143500"/>
            <a:ext cx="1788068" cy="4114800"/>
          </a:xfrm>
          <a:custGeom>
            <a:avLst/>
            <a:gdLst/>
            <a:ahLst/>
            <a:cxnLst/>
            <a:rect r="r" b="b" t="t" l="l"/>
            <a:pathLst>
              <a:path h="4114800" w="1788068">
                <a:moveTo>
                  <a:pt x="0" y="0"/>
                </a:moveTo>
                <a:lnTo>
                  <a:pt x="1788067" y="0"/>
                </a:lnTo>
                <a:lnTo>
                  <a:pt x="17880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062061" y="978652"/>
            <a:ext cx="8163877" cy="151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  <a:spcBef>
                <a:spcPct val="0"/>
              </a:spcBef>
            </a:pPr>
            <a:r>
              <a:rPr lang="en-US" sz="8799">
                <a:solidFill>
                  <a:srgbClr val="286C53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OVERVIEW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16307" y="8713919"/>
            <a:ext cx="19120613" cy="2016356"/>
          </a:xfrm>
          <a:custGeom>
            <a:avLst/>
            <a:gdLst/>
            <a:ahLst/>
            <a:cxnLst/>
            <a:rect r="r" b="b" t="t" l="l"/>
            <a:pathLst>
              <a:path h="2016356" w="19120613">
                <a:moveTo>
                  <a:pt x="0" y="0"/>
                </a:moveTo>
                <a:lnTo>
                  <a:pt x="19120614" y="0"/>
                </a:lnTo>
                <a:lnTo>
                  <a:pt x="19120614" y="2016356"/>
                </a:lnTo>
                <a:lnTo>
                  <a:pt x="0" y="20163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234618" y="3062936"/>
            <a:ext cx="3715698" cy="5217181"/>
            <a:chOff x="0" y="0"/>
            <a:chExt cx="812800" cy="11412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141246"/>
            </a:xfrm>
            <a:custGeom>
              <a:avLst/>
              <a:gdLst/>
              <a:ahLst/>
              <a:cxnLst/>
              <a:rect r="r" b="b" t="t" l="l"/>
              <a:pathLst>
                <a:path h="1141246" w="812800">
                  <a:moveTo>
                    <a:pt x="47922" y="0"/>
                  </a:moveTo>
                  <a:lnTo>
                    <a:pt x="764878" y="0"/>
                  </a:lnTo>
                  <a:cubicBezTo>
                    <a:pt x="777588" y="0"/>
                    <a:pt x="789777" y="5049"/>
                    <a:pt x="798764" y="14036"/>
                  </a:cubicBezTo>
                  <a:cubicBezTo>
                    <a:pt x="807751" y="23023"/>
                    <a:pt x="812800" y="35212"/>
                    <a:pt x="812800" y="47922"/>
                  </a:cubicBezTo>
                  <a:lnTo>
                    <a:pt x="812800" y="1093324"/>
                  </a:lnTo>
                  <a:cubicBezTo>
                    <a:pt x="812800" y="1106034"/>
                    <a:pt x="807751" y="1118223"/>
                    <a:pt x="798764" y="1127210"/>
                  </a:cubicBezTo>
                  <a:cubicBezTo>
                    <a:pt x="789777" y="1136197"/>
                    <a:pt x="777588" y="1141246"/>
                    <a:pt x="764878" y="1141246"/>
                  </a:cubicBezTo>
                  <a:lnTo>
                    <a:pt x="47922" y="1141246"/>
                  </a:lnTo>
                  <a:cubicBezTo>
                    <a:pt x="35212" y="1141246"/>
                    <a:pt x="23023" y="1136197"/>
                    <a:pt x="14036" y="1127210"/>
                  </a:cubicBezTo>
                  <a:cubicBezTo>
                    <a:pt x="5049" y="1118223"/>
                    <a:pt x="0" y="1106034"/>
                    <a:pt x="0" y="1093324"/>
                  </a:cubicBezTo>
                  <a:lnTo>
                    <a:pt x="0" y="47922"/>
                  </a:lnTo>
                  <a:cubicBezTo>
                    <a:pt x="0" y="35212"/>
                    <a:pt x="5049" y="23023"/>
                    <a:pt x="14036" y="14036"/>
                  </a:cubicBezTo>
                  <a:cubicBezTo>
                    <a:pt x="23023" y="5049"/>
                    <a:pt x="35212" y="0"/>
                    <a:pt x="47922" y="0"/>
                  </a:cubicBezTo>
                  <a:close/>
                </a:path>
              </a:pathLst>
            </a:custGeom>
            <a:blipFill>
              <a:blip r:embed="rId5"/>
              <a:stretch>
                <a:fillRect l="-122727" t="0" r="-28003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1188651">
            <a:off x="16066799" y="-1342453"/>
            <a:ext cx="3648283" cy="3688521"/>
          </a:xfrm>
          <a:custGeom>
            <a:avLst/>
            <a:gdLst/>
            <a:ahLst/>
            <a:cxnLst/>
            <a:rect r="r" b="b" t="t" l="l"/>
            <a:pathLst>
              <a:path h="3688521" w="3648283">
                <a:moveTo>
                  <a:pt x="0" y="0"/>
                </a:moveTo>
                <a:lnTo>
                  <a:pt x="3648283" y="0"/>
                </a:lnTo>
                <a:lnTo>
                  <a:pt x="3648283" y="3688522"/>
                </a:lnTo>
                <a:lnTo>
                  <a:pt x="0" y="36885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0559" y="6442029"/>
            <a:ext cx="1215328" cy="2773571"/>
          </a:xfrm>
          <a:custGeom>
            <a:avLst/>
            <a:gdLst/>
            <a:ahLst/>
            <a:cxnLst/>
            <a:rect r="r" b="b" t="t" l="l"/>
            <a:pathLst>
              <a:path h="2773571" w="1215328">
                <a:moveTo>
                  <a:pt x="0" y="0"/>
                </a:moveTo>
                <a:lnTo>
                  <a:pt x="1215328" y="0"/>
                </a:lnTo>
                <a:lnTo>
                  <a:pt x="1215328" y="2773571"/>
                </a:lnTo>
                <a:lnTo>
                  <a:pt x="0" y="27735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2923035"/>
            <a:ext cx="11944798" cy="5496983"/>
            <a:chOff x="0" y="0"/>
            <a:chExt cx="3145955" cy="144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45955" cy="1447765"/>
            </a:xfrm>
            <a:custGeom>
              <a:avLst/>
              <a:gdLst/>
              <a:ahLst/>
              <a:cxnLst/>
              <a:rect r="r" b="b" t="t" l="l"/>
              <a:pathLst>
                <a:path h="1447765" w="3145955">
                  <a:moveTo>
                    <a:pt x="33055" y="0"/>
                  </a:moveTo>
                  <a:lnTo>
                    <a:pt x="3112900" y="0"/>
                  </a:lnTo>
                  <a:cubicBezTo>
                    <a:pt x="3131156" y="0"/>
                    <a:pt x="3145955" y="14799"/>
                    <a:pt x="3145955" y="33055"/>
                  </a:cubicBezTo>
                  <a:lnTo>
                    <a:pt x="3145955" y="1414710"/>
                  </a:lnTo>
                  <a:cubicBezTo>
                    <a:pt x="3145955" y="1432966"/>
                    <a:pt x="3131156" y="1447765"/>
                    <a:pt x="3112900" y="1447765"/>
                  </a:cubicBezTo>
                  <a:lnTo>
                    <a:pt x="33055" y="1447765"/>
                  </a:lnTo>
                  <a:cubicBezTo>
                    <a:pt x="14799" y="1447765"/>
                    <a:pt x="0" y="1432966"/>
                    <a:pt x="0" y="1414710"/>
                  </a:cubicBezTo>
                  <a:lnTo>
                    <a:pt x="0" y="33055"/>
                  </a:lnTo>
                  <a:cubicBezTo>
                    <a:pt x="0" y="14799"/>
                    <a:pt x="14799" y="0"/>
                    <a:pt x="33055" y="0"/>
                  </a:cubicBezTo>
                  <a:close/>
                </a:path>
              </a:pathLst>
            </a:custGeom>
            <a:solidFill>
              <a:srgbClr val="FFEBCA"/>
            </a:solidFill>
            <a:ln w="95250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3145955" cy="1523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1028700"/>
            <a:ext cx="9719873" cy="1600434"/>
            <a:chOff x="0" y="0"/>
            <a:chExt cx="2559966" cy="4215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59966" cy="421514"/>
            </a:xfrm>
            <a:custGeom>
              <a:avLst/>
              <a:gdLst/>
              <a:ahLst/>
              <a:cxnLst/>
              <a:rect r="r" b="b" t="t" l="l"/>
              <a:pathLst>
                <a:path h="421514" w="2559966">
                  <a:moveTo>
                    <a:pt x="40622" y="0"/>
                  </a:moveTo>
                  <a:lnTo>
                    <a:pt x="2519345" y="0"/>
                  </a:lnTo>
                  <a:cubicBezTo>
                    <a:pt x="2541780" y="0"/>
                    <a:pt x="2559966" y="18187"/>
                    <a:pt x="2559966" y="40622"/>
                  </a:cubicBezTo>
                  <a:lnTo>
                    <a:pt x="2559966" y="380892"/>
                  </a:lnTo>
                  <a:cubicBezTo>
                    <a:pt x="2559966" y="403327"/>
                    <a:pt x="2541780" y="421514"/>
                    <a:pt x="2519345" y="421514"/>
                  </a:cubicBezTo>
                  <a:lnTo>
                    <a:pt x="40622" y="421514"/>
                  </a:lnTo>
                  <a:cubicBezTo>
                    <a:pt x="18187" y="421514"/>
                    <a:pt x="0" y="403327"/>
                    <a:pt x="0" y="380892"/>
                  </a:cubicBezTo>
                  <a:lnTo>
                    <a:pt x="0" y="40622"/>
                  </a:lnTo>
                  <a:cubicBezTo>
                    <a:pt x="0" y="18187"/>
                    <a:pt x="18187" y="0"/>
                    <a:pt x="40622" y="0"/>
                  </a:cubicBezTo>
                  <a:close/>
                </a:path>
              </a:pathLst>
            </a:custGeom>
            <a:solidFill>
              <a:srgbClr val="F8C650"/>
            </a:solidFill>
            <a:ln w="10477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2559966" cy="497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85887" y="3181057"/>
            <a:ext cx="11249991" cy="4847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การตรวจจับยานพาหนะ (Vehicle D</a:t>
            </a:r>
            <a:r>
              <a:rPr lang="en-US" sz="3400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etection): ใช้เซนเซอร์วัดระยะทางด้วยคลื่นเสียง (Ultrasonic Sensor) ตรวจจับรถยนต์ทั้งฝั่งขาเข้า (Entry)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การควบคุมทางเข้า (Barrier Control): ใช้มอเตอร์เซอร์โว (Servo Motor) ในการสั่งเปิด-ปิดไม้กั้นเมื่อมีรถผ่าน</a:t>
            </a:r>
          </a:p>
          <a:p>
            <a:pPr algn="l" marL="734061" indent="-367031" lvl="1">
              <a:lnSpc>
                <a:spcPts val="4760"/>
              </a:lnSpc>
              <a:spcBef>
                <a:spcPct val="0"/>
              </a:spcBef>
              <a:buFont typeface="Arial"/>
              <a:buChar char="•"/>
            </a:pPr>
            <a:r>
              <a:rPr lang="en-US" sz="3400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การคำนวณและแสดงผลช่องจอด (Occupancy &amp; Display): คำนวณจำนวนรถและพื้นที่ว่างคงเหลือแบบ Real-time พร้อมแสดงผลผ่านหน้าจอ OLED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6104" y="978652"/>
            <a:ext cx="9025066" cy="151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9"/>
              </a:lnSpc>
              <a:spcBef>
                <a:spcPct val="0"/>
              </a:spcBef>
            </a:pPr>
            <a:r>
              <a:rPr lang="en-US" sz="8799">
                <a:solidFill>
                  <a:srgbClr val="286C53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REQUIREMENTS&amp;DETAIL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87869" y="9822994"/>
            <a:ext cx="20043026" cy="838163"/>
          </a:xfrm>
          <a:custGeom>
            <a:avLst/>
            <a:gdLst/>
            <a:ahLst/>
            <a:cxnLst/>
            <a:rect r="r" b="b" t="t" l="l"/>
            <a:pathLst>
              <a:path h="838163" w="20043026">
                <a:moveTo>
                  <a:pt x="0" y="0"/>
                </a:moveTo>
                <a:lnTo>
                  <a:pt x="20043026" y="0"/>
                </a:lnTo>
                <a:lnTo>
                  <a:pt x="20043026" y="838163"/>
                </a:lnTo>
                <a:lnTo>
                  <a:pt x="0" y="8381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930265" y="6438461"/>
            <a:ext cx="7697077" cy="3848539"/>
          </a:xfrm>
          <a:custGeom>
            <a:avLst/>
            <a:gdLst/>
            <a:ahLst/>
            <a:cxnLst/>
            <a:rect r="r" b="b" t="t" l="l"/>
            <a:pathLst>
              <a:path h="3848539" w="7697077">
                <a:moveTo>
                  <a:pt x="0" y="0"/>
                </a:moveTo>
                <a:lnTo>
                  <a:pt x="7697077" y="0"/>
                </a:lnTo>
                <a:lnTo>
                  <a:pt x="7697077" y="3848539"/>
                </a:lnTo>
                <a:lnTo>
                  <a:pt x="0" y="384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85931" y="4497746"/>
            <a:ext cx="7064278" cy="7099777"/>
          </a:xfrm>
          <a:custGeom>
            <a:avLst/>
            <a:gdLst/>
            <a:ahLst/>
            <a:cxnLst/>
            <a:rect r="r" b="b" t="t" l="l"/>
            <a:pathLst>
              <a:path h="7099777" w="7064278">
                <a:moveTo>
                  <a:pt x="0" y="0"/>
                </a:moveTo>
                <a:lnTo>
                  <a:pt x="7064278" y="0"/>
                </a:lnTo>
                <a:lnTo>
                  <a:pt x="7064278" y="7099777"/>
                </a:lnTo>
                <a:lnTo>
                  <a:pt x="0" y="70997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79725" y="3229354"/>
            <a:ext cx="7239544" cy="4818280"/>
            <a:chOff x="0" y="0"/>
            <a:chExt cx="1906711" cy="12690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6711" cy="1269012"/>
            </a:xfrm>
            <a:custGeom>
              <a:avLst/>
              <a:gdLst/>
              <a:ahLst/>
              <a:cxnLst/>
              <a:rect r="r" b="b" t="t" l="l"/>
              <a:pathLst>
                <a:path h="1269012" w="1906711">
                  <a:moveTo>
                    <a:pt x="54539" y="0"/>
                  </a:moveTo>
                  <a:lnTo>
                    <a:pt x="1852172" y="0"/>
                  </a:lnTo>
                  <a:cubicBezTo>
                    <a:pt x="1866637" y="0"/>
                    <a:pt x="1880509" y="5746"/>
                    <a:pt x="1890737" y="15974"/>
                  </a:cubicBezTo>
                  <a:cubicBezTo>
                    <a:pt x="1900965" y="26202"/>
                    <a:pt x="1906711" y="40074"/>
                    <a:pt x="1906711" y="54539"/>
                  </a:cubicBezTo>
                  <a:lnTo>
                    <a:pt x="1906711" y="1214473"/>
                  </a:lnTo>
                  <a:cubicBezTo>
                    <a:pt x="1906711" y="1244594"/>
                    <a:pt x="1882293" y="1269012"/>
                    <a:pt x="1852172" y="1269012"/>
                  </a:cubicBezTo>
                  <a:lnTo>
                    <a:pt x="54539" y="1269012"/>
                  </a:lnTo>
                  <a:cubicBezTo>
                    <a:pt x="24418" y="1269012"/>
                    <a:pt x="0" y="1244594"/>
                    <a:pt x="0" y="1214473"/>
                  </a:cubicBezTo>
                  <a:lnTo>
                    <a:pt x="0" y="54539"/>
                  </a:lnTo>
                  <a:cubicBezTo>
                    <a:pt x="0" y="24418"/>
                    <a:pt x="24418" y="0"/>
                    <a:pt x="54539" y="0"/>
                  </a:cubicBezTo>
                  <a:close/>
                </a:path>
              </a:pathLst>
            </a:custGeom>
            <a:solidFill>
              <a:srgbClr val="FFEBCA"/>
            </a:solidFill>
            <a:ln w="95250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906711" cy="1345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68731" y="4013677"/>
            <a:ext cx="7239544" cy="4344458"/>
            <a:chOff x="0" y="0"/>
            <a:chExt cx="1906711" cy="11442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6711" cy="1144219"/>
            </a:xfrm>
            <a:custGeom>
              <a:avLst/>
              <a:gdLst/>
              <a:ahLst/>
              <a:cxnLst/>
              <a:rect r="r" b="b" t="t" l="l"/>
              <a:pathLst>
                <a:path h="1144219" w="1906711">
                  <a:moveTo>
                    <a:pt x="54539" y="0"/>
                  </a:moveTo>
                  <a:lnTo>
                    <a:pt x="1852172" y="0"/>
                  </a:lnTo>
                  <a:cubicBezTo>
                    <a:pt x="1866637" y="0"/>
                    <a:pt x="1880509" y="5746"/>
                    <a:pt x="1890737" y="15974"/>
                  </a:cubicBezTo>
                  <a:cubicBezTo>
                    <a:pt x="1900965" y="26202"/>
                    <a:pt x="1906711" y="40074"/>
                    <a:pt x="1906711" y="54539"/>
                  </a:cubicBezTo>
                  <a:lnTo>
                    <a:pt x="1906711" y="1089680"/>
                  </a:lnTo>
                  <a:cubicBezTo>
                    <a:pt x="1906711" y="1119801"/>
                    <a:pt x="1882293" y="1144219"/>
                    <a:pt x="1852172" y="1144219"/>
                  </a:cubicBezTo>
                  <a:lnTo>
                    <a:pt x="54539" y="1144219"/>
                  </a:lnTo>
                  <a:cubicBezTo>
                    <a:pt x="24418" y="1144219"/>
                    <a:pt x="0" y="1119801"/>
                    <a:pt x="0" y="1089680"/>
                  </a:cubicBezTo>
                  <a:lnTo>
                    <a:pt x="0" y="54539"/>
                  </a:lnTo>
                  <a:cubicBezTo>
                    <a:pt x="0" y="24418"/>
                    <a:pt x="24418" y="0"/>
                    <a:pt x="54539" y="0"/>
                  </a:cubicBezTo>
                  <a:close/>
                </a:path>
              </a:pathLst>
            </a:custGeom>
            <a:solidFill>
              <a:srgbClr val="FFEBCA"/>
            </a:solidFill>
            <a:ln w="95250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906711" cy="1220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946740" y="313071"/>
            <a:ext cx="9399570" cy="3124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8999">
                <a:solidFill>
                  <a:srgbClr val="286C53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HARDWARE SELECTTION &amp;</a:t>
            </a:r>
          </a:p>
          <a:p>
            <a:pPr algn="r">
              <a:lnSpc>
                <a:spcPts val="12599"/>
              </a:lnSpc>
              <a:spcBef>
                <a:spcPct val="0"/>
              </a:spcBef>
            </a:pPr>
            <a:r>
              <a:rPr lang="en-US" sz="8999">
                <a:solidFill>
                  <a:srgbClr val="286C53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SPECIFICATION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39475" y="3908902"/>
            <a:ext cx="6107264" cy="403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1319" indent="-305659" lvl="1">
              <a:lnSpc>
                <a:spcPts val="3964"/>
              </a:lnSpc>
              <a:buFont typeface="Arial"/>
              <a:buChar char="•"/>
            </a:pPr>
            <a:r>
              <a:rPr lang="en-US" sz="2831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ESP32 DOIT DevKit V1</a:t>
            </a:r>
          </a:p>
          <a:p>
            <a:pPr algn="just" marL="611319" indent="-305659" lvl="1">
              <a:lnSpc>
                <a:spcPts val="3964"/>
              </a:lnSpc>
              <a:buFont typeface="Arial"/>
              <a:buChar char="•"/>
            </a:pPr>
            <a:r>
              <a:rPr lang="en-US" sz="2831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Oled di</a:t>
            </a:r>
            <a:r>
              <a:rPr lang="en-US" sz="2831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splay</a:t>
            </a:r>
          </a:p>
          <a:p>
            <a:pPr algn="just" marL="611319" indent="-305659" lvl="1">
              <a:lnSpc>
                <a:spcPts val="3964"/>
              </a:lnSpc>
              <a:buFont typeface="Arial"/>
              <a:buChar char="•"/>
            </a:pPr>
            <a:r>
              <a:rPr lang="en-US" sz="2831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Ultrasonic sensor</a:t>
            </a:r>
          </a:p>
          <a:p>
            <a:pPr algn="just" marL="611319" indent="-305659" lvl="1">
              <a:lnSpc>
                <a:spcPts val="3964"/>
              </a:lnSpc>
              <a:buFont typeface="Arial"/>
              <a:buChar char="•"/>
            </a:pPr>
            <a:r>
              <a:rPr lang="en-US" sz="2831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Potentiometer</a:t>
            </a:r>
          </a:p>
          <a:p>
            <a:pPr algn="just" marL="611319" indent="-305659" lvl="1">
              <a:lnSpc>
                <a:spcPts val="3964"/>
              </a:lnSpc>
              <a:buFont typeface="Arial"/>
              <a:buChar char="•"/>
            </a:pPr>
            <a:r>
              <a:rPr lang="en-US" sz="2831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Servo motor</a:t>
            </a:r>
          </a:p>
          <a:p>
            <a:pPr algn="just" marL="611319" indent="-305659" lvl="1">
              <a:lnSpc>
                <a:spcPts val="3964"/>
              </a:lnSpc>
              <a:buFont typeface="Arial"/>
              <a:buChar char="•"/>
            </a:pPr>
            <a:r>
              <a:rPr lang="en-US" sz="2831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LED(Red,Green)</a:t>
            </a:r>
          </a:p>
          <a:p>
            <a:pPr algn="just" marL="611319" indent="-305659" lvl="1">
              <a:lnSpc>
                <a:spcPts val="3964"/>
              </a:lnSpc>
              <a:buFont typeface="Arial"/>
              <a:buChar char="•"/>
            </a:pPr>
            <a:r>
              <a:rPr lang="en-US" sz="2831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Push-button(เปิดไม้กั้นฉุกเฉิน1ตัว และเคลียร์จำนวนรถ1ตัว)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95920" y="3303923"/>
            <a:ext cx="2226120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286C53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Hardware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42407" y="4350237"/>
            <a:ext cx="4191894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286C53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Sofware &amp; Libraries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68731" y="4909037"/>
            <a:ext cx="6107264" cy="303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1319" indent="-305659" lvl="1">
              <a:lnSpc>
                <a:spcPts val="3964"/>
              </a:lnSpc>
              <a:buFont typeface="Arial"/>
              <a:buChar char="•"/>
            </a:pPr>
            <a:r>
              <a:rPr lang="en-US" sz="2831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Development: PlatformIO(vs code)</a:t>
            </a:r>
          </a:p>
          <a:p>
            <a:pPr algn="just" marL="611319" indent="-305659" lvl="1">
              <a:lnSpc>
                <a:spcPts val="3964"/>
              </a:lnSpc>
              <a:buFont typeface="Arial"/>
              <a:buChar char="•"/>
            </a:pPr>
            <a:r>
              <a:rPr lang="en-US" sz="2831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Storage: Preferences.h(NVS Flash)</a:t>
            </a:r>
          </a:p>
          <a:p>
            <a:pPr algn="just" marL="611319" indent="-305659" lvl="1">
              <a:lnSpc>
                <a:spcPts val="3964"/>
              </a:lnSpc>
              <a:buFont typeface="Arial"/>
              <a:buChar char="•"/>
            </a:pPr>
            <a:r>
              <a:rPr lang="en-US" sz="2831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ESP32Servo: Control Servo motor</a:t>
            </a:r>
          </a:p>
          <a:p>
            <a:pPr algn="just" marL="611319" indent="-305659" lvl="1">
              <a:lnSpc>
                <a:spcPts val="3964"/>
              </a:lnSpc>
              <a:buFont typeface="Arial"/>
              <a:buChar char="•"/>
            </a:pPr>
            <a:r>
              <a:rPr lang="en-US" sz="2831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Adafruit SSD1306: Control Display</a:t>
            </a:r>
          </a:p>
          <a:p>
            <a:pPr algn="just" marL="611319" indent="-305659" lvl="1">
              <a:lnSpc>
                <a:spcPts val="3964"/>
              </a:lnSpc>
              <a:buFont typeface="Arial"/>
              <a:buChar char="•"/>
            </a:pPr>
            <a:r>
              <a:rPr lang="en-US" sz="2831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ezButton: จัดการPush-button และตรวจจับการกดปุ่ม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84064" y="1185988"/>
            <a:ext cx="9719873" cy="1600434"/>
            <a:chOff x="0" y="0"/>
            <a:chExt cx="2559966" cy="4215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9966" cy="421514"/>
            </a:xfrm>
            <a:custGeom>
              <a:avLst/>
              <a:gdLst/>
              <a:ahLst/>
              <a:cxnLst/>
              <a:rect r="r" b="b" t="t" l="l"/>
              <a:pathLst>
                <a:path h="421514" w="2559966">
                  <a:moveTo>
                    <a:pt x="40622" y="0"/>
                  </a:moveTo>
                  <a:lnTo>
                    <a:pt x="2519345" y="0"/>
                  </a:lnTo>
                  <a:cubicBezTo>
                    <a:pt x="2541780" y="0"/>
                    <a:pt x="2559966" y="18187"/>
                    <a:pt x="2559966" y="40622"/>
                  </a:cubicBezTo>
                  <a:lnTo>
                    <a:pt x="2559966" y="380892"/>
                  </a:lnTo>
                  <a:cubicBezTo>
                    <a:pt x="2559966" y="403327"/>
                    <a:pt x="2541780" y="421514"/>
                    <a:pt x="2519345" y="421514"/>
                  </a:cubicBezTo>
                  <a:lnTo>
                    <a:pt x="40622" y="421514"/>
                  </a:lnTo>
                  <a:cubicBezTo>
                    <a:pt x="18187" y="421514"/>
                    <a:pt x="0" y="403327"/>
                    <a:pt x="0" y="380892"/>
                  </a:cubicBezTo>
                  <a:lnTo>
                    <a:pt x="0" y="40622"/>
                  </a:lnTo>
                  <a:cubicBezTo>
                    <a:pt x="0" y="18187"/>
                    <a:pt x="18187" y="0"/>
                    <a:pt x="40622" y="0"/>
                  </a:cubicBezTo>
                  <a:close/>
                </a:path>
              </a:pathLst>
            </a:custGeom>
            <a:solidFill>
              <a:srgbClr val="F8C650"/>
            </a:solidFill>
            <a:ln w="10477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559966" cy="497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43807" y="3157848"/>
            <a:ext cx="13800387" cy="6771825"/>
            <a:chOff x="0" y="0"/>
            <a:chExt cx="3634670" cy="17835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34670" cy="1783526"/>
            </a:xfrm>
            <a:custGeom>
              <a:avLst/>
              <a:gdLst/>
              <a:ahLst/>
              <a:cxnLst/>
              <a:rect r="r" b="b" t="t" l="l"/>
              <a:pathLst>
                <a:path h="1783526" w="3634670">
                  <a:moveTo>
                    <a:pt x="28611" y="0"/>
                  </a:moveTo>
                  <a:lnTo>
                    <a:pt x="3606059" y="0"/>
                  </a:lnTo>
                  <a:cubicBezTo>
                    <a:pt x="3621860" y="0"/>
                    <a:pt x="3634670" y="12809"/>
                    <a:pt x="3634670" y="28611"/>
                  </a:cubicBezTo>
                  <a:lnTo>
                    <a:pt x="3634670" y="1754915"/>
                  </a:lnTo>
                  <a:cubicBezTo>
                    <a:pt x="3634670" y="1770717"/>
                    <a:pt x="3621860" y="1783526"/>
                    <a:pt x="3606059" y="1783526"/>
                  </a:cubicBezTo>
                  <a:lnTo>
                    <a:pt x="28611" y="1783526"/>
                  </a:lnTo>
                  <a:cubicBezTo>
                    <a:pt x="12809" y="1783526"/>
                    <a:pt x="0" y="1770717"/>
                    <a:pt x="0" y="1754915"/>
                  </a:cubicBezTo>
                  <a:lnTo>
                    <a:pt x="0" y="28611"/>
                  </a:lnTo>
                  <a:cubicBezTo>
                    <a:pt x="0" y="12809"/>
                    <a:pt x="12809" y="0"/>
                    <a:pt x="28611" y="0"/>
                  </a:cubicBezTo>
                  <a:close/>
                </a:path>
              </a:pathLst>
            </a:custGeom>
            <a:solidFill>
              <a:srgbClr val="FFEBCA"/>
            </a:solidFill>
            <a:ln w="95250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634670" cy="1859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4786158">
            <a:off x="-6209728" y="3561032"/>
            <a:ext cx="14070874" cy="1483838"/>
          </a:xfrm>
          <a:custGeom>
            <a:avLst/>
            <a:gdLst/>
            <a:ahLst/>
            <a:cxnLst/>
            <a:rect r="r" b="b" t="t" l="l"/>
            <a:pathLst>
              <a:path h="1483838" w="14070874">
                <a:moveTo>
                  <a:pt x="0" y="0"/>
                </a:moveTo>
                <a:lnTo>
                  <a:pt x="14070874" y="0"/>
                </a:lnTo>
                <a:lnTo>
                  <a:pt x="14070874" y="1483837"/>
                </a:lnTo>
                <a:lnTo>
                  <a:pt x="0" y="1483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786158">
            <a:off x="10988456" y="5601398"/>
            <a:ext cx="14070874" cy="1483838"/>
          </a:xfrm>
          <a:custGeom>
            <a:avLst/>
            <a:gdLst/>
            <a:ahLst/>
            <a:cxnLst/>
            <a:rect r="r" b="b" t="t" l="l"/>
            <a:pathLst>
              <a:path h="1483838" w="14070874">
                <a:moveTo>
                  <a:pt x="0" y="0"/>
                </a:moveTo>
                <a:lnTo>
                  <a:pt x="14070874" y="0"/>
                </a:lnTo>
                <a:lnTo>
                  <a:pt x="14070874" y="1483837"/>
                </a:lnTo>
                <a:lnTo>
                  <a:pt x="0" y="1483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625898" y="487448"/>
            <a:ext cx="2983269" cy="2467977"/>
          </a:xfrm>
          <a:custGeom>
            <a:avLst/>
            <a:gdLst/>
            <a:ahLst/>
            <a:cxnLst/>
            <a:rect r="r" b="b" t="t" l="l"/>
            <a:pathLst>
              <a:path h="2467977" w="2983269">
                <a:moveTo>
                  <a:pt x="0" y="0"/>
                </a:moveTo>
                <a:lnTo>
                  <a:pt x="2983269" y="0"/>
                </a:lnTo>
                <a:lnTo>
                  <a:pt x="2983269" y="2467977"/>
                </a:lnTo>
                <a:lnTo>
                  <a:pt x="0" y="24679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836517" y="3367939"/>
            <a:ext cx="8614967" cy="6351645"/>
          </a:xfrm>
          <a:custGeom>
            <a:avLst/>
            <a:gdLst/>
            <a:ahLst/>
            <a:cxnLst/>
            <a:rect r="r" b="b" t="t" l="l"/>
            <a:pathLst>
              <a:path h="6351645" w="8614967">
                <a:moveTo>
                  <a:pt x="0" y="0"/>
                </a:moveTo>
                <a:lnTo>
                  <a:pt x="8614966" y="0"/>
                </a:lnTo>
                <a:lnTo>
                  <a:pt x="8614966" y="6351645"/>
                </a:lnTo>
                <a:lnTo>
                  <a:pt x="0" y="63516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924715" y="1135939"/>
            <a:ext cx="6438569" cy="151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  <a:spcBef>
                <a:spcPct val="0"/>
              </a:spcBef>
            </a:pPr>
            <a:r>
              <a:rPr lang="en-US" sz="8799">
                <a:solidFill>
                  <a:srgbClr val="286C53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CIRCUIT DIAGRAM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5504711" y="982541"/>
            <a:ext cx="7278579" cy="10296840"/>
          </a:xfrm>
          <a:custGeom>
            <a:avLst/>
            <a:gdLst/>
            <a:ahLst/>
            <a:cxnLst/>
            <a:rect r="r" b="b" t="t" l="l"/>
            <a:pathLst>
              <a:path h="10296840" w="7278579">
                <a:moveTo>
                  <a:pt x="0" y="0"/>
                </a:moveTo>
                <a:lnTo>
                  <a:pt x="7278578" y="0"/>
                </a:lnTo>
                <a:lnTo>
                  <a:pt x="7278578" y="10296840"/>
                </a:lnTo>
                <a:lnTo>
                  <a:pt x="0" y="102968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79756" y="892484"/>
            <a:ext cx="8928488" cy="1591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11"/>
              </a:lnSpc>
              <a:spcBef>
                <a:spcPct val="0"/>
              </a:spcBef>
            </a:pPr>
            <a:r>
              <a:rPr lang="en-US" sz="12199">
                <a:solidFill>
                  <a:srgbClr val="286C53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DETEAILS DESIGN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997979" y="1381531"/>
            <a:ext cx="4214062" cy="1844640"/>
            <a:chOff x="0" y="0"/>
            <a:chExt cx="1109876" cy="4858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9876" cy="485831"/>
            </a:xfrm>
            <a:custGeom>
              <a:avLst/>
              <a:gdLst/>
              <a:ahLst/>
              <a:cxnLst/>
              <a:rect r="r" b="b" t="t" l="l"/>
              <a:pathLst>
                <a:path h="485831" w="1109876">
                  <a:moveTo>
                    <a:pt x="93695" y="0"/>
                  </a:moveTo>
                  <a:lnTo>
                    <a:pt x="1016181" y="0"/>
                  </a:lnTo>
                  <a:cubicBezTo>
                    <a:pt x="1067928" y="0"/>
                    <a:pt x="1109876" y="41949"/>
                    <a:pt x="1109876" y="93695"/>
                  </a:cubicBezTo>
                  <a:lnTo>
                    <a:pt x="1109876" y="392136"/>
                  </a:lnTo>
                  <a:cubicBezTo>
                    <a:pt x="1109876" y="416985"/>
                    <a:pt x="1100005" y="440817"/>
                    <a:pt x="1082434" y="458388"/>
                  </a:cubicBezTo>
                  <a:cubicBezTo>
                    <a:pt x="1064862" y="475960"/>
                    <a:pt x="1041031" y="485831"/>
                    <a:pt x="1016181" y="485831"/>
                  </a:cubicBezTo>
                  <a:lnTo>
                    <a:pt x="93695" y="485831"/>
                  </a:lnTo>
                  <a:cubicBezTo>
                    <a:pt x="41949" y="485831"/>
                    <a:pt x="0" y="443882"/>
                    <a:pt x="0" y="392136"/>
                  </a:cubicBezTo>
                  <a:lnTo>
                    <a:pt x="0" y="93695"/>
                  </a:lnTo>
                  <a:cubicBezTo>
                    <a:pt x="0" y="41949"/>
                    <a:pt x="41949" y="0"/>
                    <a:pt x="93695" y="0"/>
                  </a:cubicBezTo>
                  <a:close/>
                </a:path>
              </a:pathLst>
            </a:custGeom>
            <a:solidFill>
              <a:srgbClr val="F8C650"/>
            </a:solidFill>
            <a:ln w="10477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1109876" cy="562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4521102">
            <a:off x="-6211195" y="4075406"/>
            <a:ext cx="14980401" cy="626453"/>
          </a:xfrm>
          <a:custGeom>
            <a:avLst/>
            <a:gdLst/>
            <a:ahLst/>
            <a:cxnLst/>
            <a:rect r="r" b="b" t="t" l="l"/>
            <a:pathLst>
              <a:path h="626453" w="14980401">
                <a:moveTo>
                  <a:pt x="0" y="0"/>
                </a:moveTo>
                <a:lnTo>
                  <a:pt x="14980401" y="0"/>
                </a:lnTo>
                <a:lnTo>
                  <a:pt x="14980401" y="626454"/>
                </a:lnTo>
                <a:lnTo>
                  <a:pt x="0" y="6264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00548">
            <a:off x="1283823" y="5183463"/>
            <a:ext cx="3866807" cy="3255149"/>
          </a:xfrm>
          <a:custGeom>
            <a:avLst/>
            <a:gdLst/>
            <a:ahLst/>
            <a:cxnLst/>
            <a:rect r="r" b="b" t="t" l="l"/>
            <a:pathLst>
              <a:path h="3255149" w="3866807">
                <a:moveTo>
                  <a:pt x="0" y="0"/>
                </a:moveTo>
                <a:lnTo>
                  <a:pt x="3866808" y="0"/>
                </a:lnTo>
                <a:lnTo>
                  <a:pt x="3866808" y="3255148"/>
                </a:lnTo>
                <a:lnTo>
                  <a:pt x="0" y="32551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5065" y="3610306"/>
            <a:ext cx="15037870" cy="5913375"/>
          </a:xfrm>
          <a:custGeom>
            <a:avLst/>
            <a:gdLst/>
            <a:ahLst/>
            <a:cxnLst/>
            <a:rect r="r" b="b" t="t" l="l"/>
            <a:pathLst>
              <a:path h="5913375" w="15037870">
                <a:moveTo>
                  <a:pt x="0" y="0"/>
                </a:moveTo>
                <a:lnTo>
                  <a:pt x="15037870" y="0"/>
                </a:lnTo>
                <a:lnTo>
                  <a:pt x="15037870" y="5913375"/>
                </a:lnTo>
                <a:lnTo>
                  <a:pt x="0" y="59133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924715" y="1399292"/>
            <a:ext cx="6438569" cy="161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59"/>
              </a:lnSpc>
              <a:spcBef>
                <a:spcPct val="0"/>
              </a:spcBef>
            </a:pPr>
            <a:r>
              <a:rPr lang="en-US" sz="9399">
                <a:solidFill>
                  <a:srgbClr val="286C53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PLAN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84064" y="1185988"/>
            <a:ext cx="9719873" cy="1600434"/>
            <a:chOff x="0" y="0"/>
            <a:chExt cx="2559966" cy="4215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9966" cy="421514"/>
            </a:xfrm>
            <a:custGeom>
              <a:avLst/>
              <a:gdLst/>
              <a:ahLst/>
              <a:cxnLst/>
              <a:rect r="r" b="b" t="t" l="l"/>
              <a:pathLst>
                <a:path h="421514" w="2559966">
                  <a:moveTo>
                    <a:pt x="40622" y="0"/>
                  </a:moveTo>
                  <a:lnTo>
                    <a:pt x="2519345" y="0"/>
                  </a:lnTo>
                  <a:cubicBezTo>
                    <a:pt x="2541780" y="0"/>
                    <a:pt x="2559966" y="18187"/>
                    <a:pt x="2559966" y="40622"/>
                  </a:cubicBezTo>
                  <a:lnTo>
                    <a:pt x="2559966" y="380892"/>
                  </a:lnTo>
                  <a:cubicBezTo>
                    <a:pt x="2559966" y="403327"/>
                    <a:pt x="2541780" y="421514"/>
                    <a:pt x="2519345" y="421514"/>
                  </a:cubicBezTo>
                  <a:lnTo>
                    <a:pt x="40622" y="421514"/>
                  </a:lnTo>
                  <a:cubicBezTo>
                    <a:pt x="18187" y="421514"/>
                    <a:pt x="0" y="403327"/>
                    <a:pt x="0" y="380892"/>
                  </a:cubicBezTo>
                  <a:lnTo>
                    <a:pt x="0" y="40622"/>
                  </a:lnTo>
                  <a:cubicBezTo>
                    <a:pt x="0" y="18187"/>
                    <a:pt x="18187" y="0"/>
                    <a:pt x="40622" y="0"/>
                  </a:cubicBezTo>
                  <a:close/>
                </a:path>
              </a:pathLst>
            </a:custGeom>
            <a:solidFill>
              <a:srgbClr val="F8C650"/>
            </a:solidFill>
            <a:ln w="10477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559966" cy="497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25709" y="3285836"/>
            <a:ext cx="16433591" cy="6771825"/>
            <a:chOff x="0" y="0"/>
            <a:chExt cx="4328188" cy="17835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28189" cy="1783526"/>
            </a:xfrm>
            <a:custGeom>
              <a:avLst/>
              <a:gdLst/>
              <a:ahLst/>
              <a:cxnLst/>
              <a:rect r="r" b="b" t="t" l="l"/>
              <a:pathLst>
                <a:path h="1783526" w="4328189">
                  <a:moveTo>
                    <a:pt x="24026" y="0"/>
                  </a:moveTo>
                  <a:lnTo>
                    <a:pt x="4304162" y="0"/>
                  </a:lnTo>
                  <a:cubicBezTo>
                    <a:pt x="4317431" y="0"/>
                    <a:pt x="4328189" y="10757"/>
                    <a:pt x="4328189" y="24026"/>
                  </a:cubicBezTo>
                  <a:lnTo>
                    <a:pt x="4328189" y="1759500"/>
                  </a:lnTo>
                  <a:cubicBezTo>
                    <a:pt x="4328189" y="1772769"/>
                    <a:pt x="4317431" y="1783526"/>
                    <a:pt x="4304162" y="1783526"/>
                  </a:cubicBezTo>
                  <a:lnTo>
                    <a:pt x="24026" y="1783526"/>
                  </a:lnTo>
                  <a:cubicBezTo>
                    <a:pt x="10757" y="1783526"/>
                    <a:pt x="0" y="1772769"/>
                    <a:pt x="0" y="1759500"/>
                  </a:cubicBezTo>
                  <a:lnTo>
                    <a:pt x="0" y="24026"/>
                  </a:lnTo>
                  <a:cubicBezTo>
                    <a:pt x="0" y="10757"/>
                    <a:pt x="10757" y="0"/>
                    <a:pt x="24026" y="0"/>
                  </a:cubicBezTo>
                  <a:close/>
                </a:path>
              </a:pathLst>
            </a:custGeom>
            <a:solidFill>
              <a:srgbClr val="FFEBCA"/>
            </a:solidFill>
            <a:ln w="95250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4328188" cy="1859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4786158">
            <a:off x="-6209728" y="3561032"/>
            <a:ext cx="14070874" cy="1483838"/>
          </a:xfrm>
          <a:custGeom>
            <a:avLst/>
            <a:gdLst/>
            <a:ahLst/>
            <a:cxnLst/>
            <a:rect r="r" b="b" t="t" l="l"/>
            <a:pathLst>
              <a:path h="1483838" w="14070874">
                <a:moveTo>
                  <a:pt x="0" y="0"/>
                </a:moveTo>
                <a:lnTo>
                  <a:pt x="14070874" y="0"/>
                </a:lnTo>
                <a:lnTo>
                  <a:pt x="14070874" y="1483837"/>
                </a:lnTo>
                <a:lnTo>
                  <a:pt x="0" y="1483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786158">
            <a:off x="10988456" y="5601398"/>
            <a:ext cx="14070874" cy="1483838"/>
          </a:xfrm>
          <a:custGeom>
            <a:avLst/>
            <a:gdLst/>
            <a:ahLst/>
            <a:cxnLst/>
            <a:rect r="r" b="b" t="t" l="l"/>
            <a:pathLst>
              <a:path h="1483838" w="14070874">
                <a:moveTo>
                  <a:pt x="0" y="0"/>
                </a:moveTo>
                <a:lnTo>
                  <a:pt x="14070874" y="0"/>
                </a:lnTo>
                <a:lnTo>
                  <a:pt x="14070874" y="1483837"/>
                </a:lnTo>
                <a:lnTo>
                  <a:pt x="0" y="1483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625898" y="487448"/>
            <a:ext cx="2983269" cy="2467977"/>
          </a:xfrm>
          <a:custGeom>
            <a:avLst/>
            <a:gdLst/>
            <a:ahLst/>
            <a:cxnLst/>
            <a:rect r="r" b="b" t="t" l="l"/>
            <a:pathLst>
              <a:path h="2467977" w="2983269">
                <a:moveTo>
                  <a:pt x="0" y="0"/>
                </a:moveTo>
                <a:lnTo>
                  <a:pt x="2983269" y="0"/>
                </a:lnTo>
                <a:lnTo>
                  <a:pt x="2983269" y="2467977"/>
                </a:lnTo>
                <a:lnTo>
                  <a:pt x="0" y="24679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94834" y="4492133"/>
            <a:ext cx="15695342" cy="4359231"/>
          </a:xfrm>
          <a:custGeom>
            <a:avLst/>
            <a:gdLst/>
            <a:ahLst/>
            <a:cxnLst/>
            <a:rect r="r" b="b" t="t" l="l"/>
            <a:pathLst>
              <a:path h="4359231" w="15695342">
                <a:moveTo>
                  <a:pt x="0" y="0"/>
                </a:moveTo>
                <a:lnTo>
                  <a:pt x="15695342" y="0"/>
                </a:lnTo>
                <a:lnTo>
                  <a:pt x="15695342" y="4359231"/>
                </a:lnTo>
                <a:lnTo>
                  <a:pt x="0" y="4359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54785" r="0" b="-47741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924715" y="1135939"/>
            <a:ext cx="6438569" cy="151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  <a:spcBef>
                <a:spcPct val="0"/>
              </a:spcBef>
            </a:pPr>
            <a:r>
              <a:rPr lang="en-US" sz="8799">
                <a:solidFill>
                  <a:srgbClr val="286C53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BLOCK DIAGRAM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84064" y="487448"/>
            <a:ext cx="9719873" cy="1600434"/>
            <a:chOff x="0" y="0"/>
            <a:chExt cx="2559966" cy="4215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9966" cy="421514"/>
            </a:xfrm>
            <a:custGeom>
              <a:avLst/>
              <a:gdLst/>
              <a:ahLst/>
              <a:cxnLst/>
              <a:rect r="r" b="b" t="t" l="l"/>
              <a:pathLst>
                <a:path h="421514" w="2559966">
                  <a:moveTo>
                    <a:pt x="40622" y="0"/>
                  </a:moveTo>
                  <a:lnTo>
                    <a:pt x="2519345" y="0"/>
                  </a:lnTo>
                  <a:cubicBezTo>
                    <a:pt x="2541780" y="0"/>
                    <a:pt x="2559966" y="18187"/>
                    <a:pt x="2559966" y="40622"/>
                  </a:cubicBezTo>
                  <a:lnTo>
                    <a:pt x="2559966" y="380892"/>
                  </a:lnTo>
                  <a:cubicBezTo>
                    <a:pt x="2559966" y="403327"/>
                    <a:pt x="2541780" y="421514"/>
                    <a:pt x="2519345" y="421514"/>
                  </a:cubicBezTo>
                  <a:lnTo>
                    <a:pt x="40622" y="421514"/>
                  </a:lnTo>
                  <a:cubicBezTo>
                    <a:pt x="18187" y="421514"/>
                    <a:pt x="0" y="403327"/>
                    <a:pt x="0" y="380892"/>
                  </a:cubicBezTo>
                  <a:lnTo>
                    <a:pt x="0" y="40622"/>
                  </a:lnTo>
                  <a:cubicBezTo>
                    <a:pt x="0" y="18187"/>
                    <a:pt x="18187" y="0"/>
                    <a:pt x="40622" y="0"/>
                  </a:cubicBezTo>
                  <a:close/>
                </a:path>
              </a:pathLst>
            </a:custGeom>
            <a:solidFill>
              <a:srgbClr val="F8C650"/>
            </a:solidFill>
            <a:ln w="10477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559966" cy="497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43807" y="2304598"/>
            <a:ext cx="13800387" cy="7625076"/>
            <a:chOff x="0" y="0"/>
            <a:chExt cx="3634670" cy="2008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34670" cy="2008250"/>
            </a:xfrm>
            <a:custGeom>
              <a:avLst/>
              <a:gdLst/>
              <a:ahLst/>
              <a:cxnLst/>
              <a:rect r="r" b="b" t="t" l="l"/>
              <a:pathLst>
                <a:path h="2008250" w="3634670">
                  <a:moveTo>
                    <a:pt x="28611" y="0"/>
                  </a:moveTo>
                  <a:lnTo>
                    <a:pt x="3606059" y="0"/>
                  </a:lnTo>
                  <a:cubicBezTo>
                    <a:pt x="3621860" y="0"/>
                    <a:pt x="3634670" y="12809"/>
                    <a:pt x="3634670" y="28611"/>
                  </a:cubicBezTo>
                  <a:lnTo>
                    <a:pt x="3634670" y="1979640"/>
                  </a:lnTo>
                  <a:cubicBezTo>
                    <a:pt x="3634670" y="1995441"/>
                    <a:pt x="3621860" y="2008250"/>
                    <a:pt x="3606059" y="2008250"/>
                  </a:cubicBezTo>
                  <a:lnTo>
                    <a:pt x="28611" y="2008250"/>
                  </a:lnTo>
                  <a:cubicBezTo>
                    <a:pt x="12809" y="2008250"/>
                    <a:pt x="0" y="1995441"/>
                    <a:pt x="0" y="1979640"/>
                  </a:cubicBezTo>
                  <a:lnTo>
                    <a:pt x="0" y="28611"/>
                  </a:lnTo>
                  <a:cubicBezTo>
                    <a:pt x="0" y="12809"/>
                    <a:pt x="12809" y="0"/>
                    <a:pt x="28611" y="0"/>
                  </a:cubicBezTo>
                  <a:close/>
                </a:path>
              </a:pathLst>
            </a:custGeom>
            <a:solidFill>
              <a:srgbClr val="FFEBCA"/>
            </a:solidFill>
            <a:ln w="95250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634670" cy="208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4786158">
            <a:off x="-6209728" y="3561032"/>
            <a:ext cx="14070874" cy="1483838"/>
          </a:xfrm>
          <a:custGeom>
            <a:avLst/>
            <a:gdLst/>
            <a:ahLst/>
            <a:cxnLst/>
            <a:rect r="r" b="b" t="t" l="l"/>
            <a:pathLst>
              <a:path h="1483838" w="14070874">
                <a:moveTo>
                  <a:pt x="0" y="0"/>
                </a:moveTo>
                <a:lnTo>
                  <a:pt x="14070874" y="0"/>
                </a:lnTo>
                <a:lnTo>
                  <a:pt x="14070874" y="1483837"/>
                </a:lnTo>
                <a:lnTo>
                  <a:pt x="0" y="1483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786158">
            <a:off x="10988456" y="5601398"/>
            <a:ext cx="14070874" cy="1483838"/>
          </a:xfrm>
          <a:custGeom>
            <a:avLst/>
            <a:gdLst/>
            <a:ahLst/>
            <a:cxnLst/>
            <a:rect r="r" b="b" t="t" l="l"/>
            <a:pathLst>
              <a:path h="1483838" w="14070874">
                <a:moveTo>
                  <a:pt x="0" y="0"/>
                </a:moveTo>
                <a:lnTo>
                  <a:pt x="14070874" y="0"/>
                </a:lnTo>
                <a:lnTo>
                  <a:pt x="14070874" y="1483837"/>
                </a:lnTo>
                <a:lnTo>
                  <a:pt x="0" y="1483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625898" y="487448"/>
            <a:ext cx="2983269" cy="2467977"/>
          </a:xfrm>
          <a:custGeom>
            <a:avLst/>
            <a:gdLst/>
            <a:ahLst/>
            <a:cxnLst/>
            <a:rect r="r" b="b" t="t" l="l"/>
            <a:pathLst>
              <a:path h="2467977" w="2983269">
                <a:moveTo>
                  <a:pt x="0" y="0"/>
                </a:moveTo>
                <a:lnTo>
                  <a:pt x="2983269" y="0"/>
                </a:lnTo>
                <a:lnTo>
                  <a:pt x="2983269" y="2467977"/>
                </a:lnTo>
                <a:lnTo>
                  <a:pt x="0" y="24679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234332" y="2507573"/>
            <a:ext cx="8380938" cy="7219127"/>
          </a:xfrm>
          <a:custGeom>
            <a:avLst/>
            <a:gdLst/>
            <a:ahLst/>
            <a:cxnLst/>
            <a:rect r="r" b="b" t="t" l="l"/>
            <a:pathLst>
              <a:path h="7219127" w="8380938">
                <a:moveTo>
                  <a:pt x="0" y="0"/>
                </a:moveTo>
                <a:lnTo>
                  <a:pt x="8380938" y="0"/>
                </a:lnTo>
                <a:lnTo>
                  <a:pt x="8380938" y="7219126"/>
                </a:lnTo>
                <a:lnTo>
                  <a:pt x="0" y="72191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2047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924715" y="427875"/>
            <a:ext cx="6438569" cy="161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59"/>
              </a:lnSpc>
              <a:spcBef>
                <a:spcPct val="0"/>
              </a:spcBef>
            </a:pPr>
            <a:r>
              <a:rPr lang="en-US" sz="9399">
                <a:solidFill>
                  <a:srgbClr val="286C53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FLOWCHART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84064" y="1185988"/>
            <a:ext cx="9719873" cy="1600434"/>
            <a:chOff x="0" y="0"/>
            <a:chExt cx="2559966" cy="4215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9966" cy="421514"/>
            </a:xfrm>
            <a:custGeom>
              <a:avLst/>
              <a:gdLst/>
              <a:ahLst/>
              <a:cxnLst/>
              <a:rect r="r" b="b" t="t" l="l"/>
              <a:pathLst>
                <a:path h="421514" w="2559966">
                  <a:moveTo>
                    <a:pt x="40622" y="0"/>
                  </a:moveTo>
                  <a:lnTo>
                    <a:pt x="2519345" y="0"/>
                  </a:lnTo>
                  <a:cubicBezTo>
                    <a:pt x="2541780" y="0"/>
                    <a:pt x="2559966" y="18187"/>
                    <a:pt x="2559966" y="40622"/>
                  </a:cubicBezTo>
                  <a:lnTo>
                    <a:pt x="2559966" y="380892"/>
                  </a:lnTo>
                  <a:cubicBezTo>
                    <a:pt x="2559966" y="403327"/>
                    <a:pt x="2541780" y="421514"/>
                    <a:pt x="2519345" y="421514"/>
                  </a:cubicBezTo>
                  <a:lnTo>
                    <a:pt x="40622" y="421514"/>
                  </a:lnTo>
                  <a:cubicBezTo>
                    <a:pt x="18187" y="421514"/>
                    <a:pt x="0" y="403327"/>
                    <a:pt x="0" y="380892"/>
                  </a:cubicBezTo>
                  <a:lnTo>
                    <a:pt x="0" y="40622"/>
                  </a:lnTo>
                  <a:cubicBezTo>
                    <a:pt x="0" y="18187"/>
                    <a:pt x="18187" y="0"/>
                    <a:pt x="40622" y="0"/>
                  </a:cubicBezTo>
                  <a:close/>
                </a:path>
              </a:pathLst>
            </a:custGeom>
            <a:solidFill>
              <a:srgbClr val="F8C650"/>
            </a:solidFill>
            <a:ln w="10477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559966" cy="497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487869" y="9822994"/>
            <a:ext cx="20043026" cy="838163"/>
          </a:xfrm>
          <a:custGeom>
            <a:avLst/>
            <a:gdLst/>
            <a:ahLst/>
            <a:cxnLst/>
            <a:rect r="r" b="b" t="t" l="l"/>
            <a:pathLst>
              <a:path h="838163" w="20043026">
                <a:moveTo>
                  <a:pt x="0" y="0"/>
                </a:moveTo>
                <a:lnTo>
                  <a:pt x="20043026" y="0"/>
                </a:lnTo>
                <a:lnTo>
                  <a:pt x="20043026" y="838163"/>
                </a:lnTo>
                <a:lnTo>
                  <a:pt x="0" y="8381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30265" y="6438461"/>
            <a:ext cx="7697077" cy="3848539"/>
          </a:xfrm>
          <a:custGeom>
            <a:avLst/>
            <a:gdLst/>
            <a:ahLst/>
            <a:cxnLst/>
            <a:rect r="r" b="b" t="t" l="l"/>
            <a:pathLst>
              <a:path h="3848539" w="7697077">
                <a:moveTo>
                  <a:pt x="0" y="0"/>
                </a:moveTo>
                <a:lnTo>
                  <a:pt x="7697077" y="0"/>
                </a:lnTo>
                <a:lnTo>
                  <a:pt x="7697077" y="3848539"/>
                </a:lnTo>
                <a:lnTo>
                  <a:pt x="0" y="384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85931" y="4497746"/>
            <a:ext cx="7064278" cy="7099777"/>
          </a:xfrm>
          <a:custGeom>
            <a:avLst/>
            <a:gdLst/>
            <a:ahLst/>
            <a:cxnLst/>
            <a:rect r="r" b="b" t="t" l="l"/>
            <a:pathLst>
              <a:path h="7099777" w="7064278">
                <a:moveTo>
                  <a:pt x="0" y="0"/>
                </a:moveTo>
                <a:lnTo>
                  <a:pt x="7064278" y="0"/>
                </a:lnTo>
                <a:lnTo>
                  <a:pt x="7064278" y="7099777"/>
                </a:lnTo>
                <a:lnTo>
                  <a:pt x="0" y="70997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79725" y="3229354"/>
            <a:ext cx="7239544" cy="2377423"/>
            <a:chOff x="0" y="0"/>
            <a:chExt cx="1906711" cy="6261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6711" cy="626152"/>
            </a:xfrm>
            <a:custGeom>
              <a:avLst/>
              <a:gdLst/>
              <a:ahLst/>
              <a:cxnLst/>
              <a:rect r="r" b="b" t="t" l="l"/>
              <a:pathLst>
                <a:path h="626152" w="1906711">
                  <a:moveTo>
                    <a:pt x="54539" y="0"/>
                  </a:moveTo>
                  <a:lnTo>
                    <a:pt x="1852172" y="0"/>
                  </a:lnTo>
                  <a:cubicBezTo>
                    <a:pt x="1866637" y="0"/>
                    <a:pt x="1880509" y="5746"/>
                    <a:pt x="1890737" y="15974"/>
                  </a:cubicBezTo>
                  <a:cubicBezTo>
                    <a:pt x="1900965" y="26202"/>
                    <a:pt x="1906711" y="40074"/>
                    <a:pt x="1906711" y="54539"/>
                  </a:cubicBezTo>
                  <a:lnTo>
                    <a:pt x="1906711" y="571613"/>
                  </a:lnTo>
                  <a:cubicBezTo>
                    <a:pt x="1906711" y="601734"/>
                    <a:pt x="1882293" y="626152"/>
                    <a:pt x="1852172" y="626152"/>
                  </a:cubicBezTo>
                  <a:lnTo>
                    <a:pt x="54539" y="626152"/>
                  </a:lnTo>
                  <a:cubicBezTo>
                    <a:pt x="24418" y="626152"/>
                    <a:pt x="0" y="601734"/>
                    <a:pt x="0" y="571613"/>
                  </a:cubicBezTo>
                  <a:lnTo>
                    <a:pt x="0" y="54539"/>
                  </a:lnTo>
                  <a:cubicBezTo>
                    <a:pt x="0" y="24418"/>
                    <a:pt x="24418" y="0"/>
                    <a:pt x="54539" y="0"/>
                  </a:cubicBezTo>
                  <a:close/>
                </a:path>
              </a:pathLst>
            </a:custGeom>
            <a:solidFill>
              <a:srgbClr val="FFEBCA"/>
            </a:solidFill>
            <a:ln w="95250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906711" cy="702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68731" y="4013677"/>
            <a:ext cx="7239544" cy="4344458"/>
            <a:chOff x="0" y="0"/>
            <a:chExt cx="1906711" cy="11442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06711" cy="1144219"/>
            </a:xfrm>
            <a:custGeom>
              <a:avLst/>
              <a:gdLst/>
              <a:ahLst/>
              <a:cxnLst/>
              <a:rect r="r" b="b" t="t" l="l"/>
              <a:pathLst>
                <a:path h="1144219" w="1906711">
                  <a:moveTo>
                    <a:pt x="54539" y="0"/>
                  </a:moveTo>
                  <a:lnTo>
                    <a:pt x="1852172" y="0"/>
                  </a:lnTo>
                  <a:cubicBezTo>
                    <a:pt x="1866637" y="0"/>
                    <a:pt x="1880509" y="5746"/>
                    <a:pt x="1890737" y="15974"/>
                  </a:cubicBezTo>
                  <a:cubicBezTo>
                    <a:pt x="1900965" y="26202"/>
                    <a:pt x="1906711" y="40074"/>
                    <a:pt x="1906711" y="54539"/>
                  </a:cubicBezTo>
                  <a:lnTo>
                    <a:pt x="1906711" y="1089680"/>
                  </a:lnTo>
                  <a:cubicBezTo>
                    <a:pt x="1906711" y="1119801"/>
                    <a:pt x="1882293" y="1144219"/>
                    <a:pt x="1852172" y="1144219"/>
                  </a:cubicBezTo>
                  <a:lnTo>
                    <a:pt x="54539" y="1144219"/>
                  </a:lnTo>
                  <a:cubicBezTo>
                    <a:pt x="24418" y="1144219"/>
                    <a:pt x="0" y="1119801"/>
                    <a:pt x="0" y="1089680"/>
                  </a:cubicBezTo>
                  <a:lnTo>
                    <a:pt x="0" y="54539"/>
                  </a:lnTo>
                  <a:cubicBezTo>
                    <a:pt x="0" y="24418"/>
                    <a:pt x="24418" y="0"/>
                    <a:pt x="54539" y="0"/>
                  </a:cubicBezTo>
                  <a:close/>
                </a:path>
              </a:pathLst>
            </a:custGeom>
            <a:solidFill>
              <a:srgbClr val="FFEBCA"/>
            </a:solidFill>
            <a:ln w="95250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906711" cy="1220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188434" y="3265553"/>
            <a:ext cx="5075102" cy="218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function:</a:t>
            </a:r>
          </a:p>
          <a:p>
            <a:pPr algn="l" marL="647907" indent="-323954" lvl="1">
              <a:lnSpc>
                <a:spcPts val="4201"/>
              </a:lnSpc>
              <a:buFont typeface="Arial"/>
              <a:buChar char="•"/>
            </a:pPr>
            <a:r>
              <a:rPr lang="en-US" sz="3000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int readUltrasonicCM()</a:t>
            </a:r>
          </a:p>
          <a:p>
            <a:pPr algn="l" marL="647907" indent="-323954" lvl="1">
              <a:lnSpc>
                <a:spcPts val="4201"/>
              </a:lnSpc>
              <a:buFont typeface="Arial"/>
              <a:buChar char="•"/>
            </a:pPr>
            <a:r>
              <a:rPr lang="en-US" sz="3000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void updateLEDs()</a:t>
            </a:r>
          </a:p>
          <a:p>
            <a:pPr algn="l" marL="647907" indent="-323954" lvl="1">
              <a:lnSpc>
                <a:spcPts val="4201"/>
              </a:lnSpc>
              <a:buFont typeface="Arial"/>
              <a:buChar char="•"/>
            </a:pPr>
            <a:r>
              <a:rPr lang="en-US" sz="3000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void updateOLEDDisplay()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86317" y="4641903"/>
            <a:ext cx="6204371" cy="295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void loop():</a:t>
            </a:r>
          </a:p>
          <a:p>
            <a:pPr algn="l" marL="712472" indent="-356236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ปรับเวลาค้างของไม้กั้น</a:t>
            </a:r>
          </a:p>
          <a:p>
            <a:pPr algn="l" marL="712472" indent="-356236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ปุ่มกดฉุกเฉิน BTN1</a:t>
            </a:r>
          </a:p>
          <a:p>
            <a:pPr algn="l" marL="712472" indent="-356236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ปุ่มเคลียร์จำนวนรถขาออก BTN2</a:t>
            </a:r>
          </a:p>
          <a:p>
            <a:pPr algn="l" marL="712472" indent="-356236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ระบบควบคุมสั่งงานไม้กั้น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93107" y="1135939"/>
            <a:ext cx="8501785" cy="151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  <a:spcBef>
                <a:spcPct val="0"/>
              </a:spcBef>
            </a:pPr>
            <a:r>
              <a:rPr lang="en-US" sz="8799">
                <a:solidFill>
                  <a:srgbClr val="286C53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CODE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679725" y="5873477"/>
            <a:ext cx="7239544" cy="3681224"/>
            <a:chOff x="0" y="0"/>
            <a:chExt cx="1906711" cy="9695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06711" cy="969541"/>
            </a:xfrm>
            <a:custGeom>
              <a:avLst/>
              <a:gdLst/>
              <a:ahLst/>
              <a:cxnLst/>
              <a:rect r="r" b="b" t="t" l="l"/>
              <a:pathLst>
                <a:path h="969541" w="1906711">
                  <a:moveTo>
                    <a:pt x="54539" y="0"/>
                  </a:moveTo>
                  <a:lnTo>
                    <a:pt x="1852172" y="0"/>
                  </a:lnTo>
                  <a:cubicBezTo>
                    <a:pt x="1866637" y="0"/>
                    <a:pt x="1880509" y="5746"/>
                    <a:pt x="1890737" y="15974"/>
                  </a:cubicBezTo>
                  <a:cubicBezTo>
                    <a:pt x="1900965" y="26202"/>
                    <a:pt x="1906711" y="40074"/>
                    <a:pt x="1906711" y="54539"/>
                  </a:cubicBezTo>
                  <a:lnTo>
                    <a:pt x="1906711" y="915002"/>
                  </a:lnTo>
                  <a:cubicBezTo>
                    <a:pt x="1906711" y="945123"/>
                    <a:pt x="1882293" y="969541"/>
                    <a:pt x="1852172" y="969541"/>
                  </a:cubicBezTo>
                  <a:lnTo>
                    <a:pt x="54539" y="969541"/>
                  </a:lnTo>
                  <a:cubicBezTo>
                    <a:pt x="24418" y="969541"/>
                    <a:pt x="0" y="945123"/>
                    <a:pt x="0" y="915002"/>
                  </a:cubicBezTo>
                  <a:lnTo>
                    <a:pt x="0" y="54539"/>
                  </a:lnTo>
                  <a:cubicBezTo>
                    <a:pt x="0" y="24418"/>
                    <a:pt x="24418" y="0"/>
                    <a:pt x="54539" y="0"/>
                  </a:cubicBezTo>
                  <a:close/>
                </a:path>
              </a:pathLst>
            </a:custGeom>
            <a:solidFill>
              <a:srgbClr val="FFEBCA"/>
            </a:solidFill>
            <a:ln w="95250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1906711" cy="1045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939758" y="6212008"/>
            <a:ext cx="6719479" cy="2880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setup():</a:t>
            </a:r>
          </a:p>
          <a:p>
            <a:pPr algn="l" marL="561731" indent="-280865" lvl="1">
              <a:lnSpc>
                <a:spcPts val="3642"/>
              </a:lnSpc>
              <a:buFont typeface="Arial"/>
              <a:buChar char="•"/>
            </a:pPr>
            <a:r>
              <a:rPr lang="en-US" sz="2601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กำหนดค่าเริ่มต้นให้กับบอร์ดและอุปกรณ์ก่อนเริ่มทำงาน</a:t>
            </a:r>
          </a:p>
          <a:p>
            <a:pPr algn="l" marL="561731" indent="-280865" lvl="1">
              <a:lnSpc>
                <a:spcPts val="3642"/>
              </a:lnSpc>
              <a:buFont typeface="Arial"/>
              <a:buChar char="•"/>
            </a:pPr>
            <a:r>
              <a:rPr lang="en-US" sz="2601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กำหนดโหมดพินอินพุต/เอาต์พุต เริ่มต้นสื่อสารกับหน้าจอ OLED และสั่งหมุน Servo ให้ไม้กั้นปิดลงมาที่มุม 90 องศา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16307" y="8713919"/>
            <a:ext cx="19120613" cy="2016356"/>
          </a:xfrm>
          <a:custGeom>
            <a:avLst/>
            <a:gdLst/>
            <a:ahLst/>
            <a:cxnLst/>
            <a:rect r="r" b="b" t="t" l="l"/>
            <a:pathLst>
              <a:path h="2016356" w="19120613">
                <a:moveTo>
                  <a:pt x="0" y="0"/>
                </a:moveTo>
                <a:lnTo>
                  <a:pt x="19120614" y="0"/>
                </a:lnTo>
                <a:lnTo>
                  <a:pt x="19120614" y="2016356"/>
                </a:lnTo>
                <a:lnTo>
                  <a:pt x="0" y="20163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706927" y="2612117"/>
            <a:ext cx="12874145" cy="5219144"/>
            <a:chOff x="0" y="0"/>
            <a:chExt cx="3390721" cy="13745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90721" cy="1374589"/>
            </a:xfrm>
            <a:custGeom>
              <a:avLst/>
              <a:gdLst/>
              <a:ahLst/>
              <a:cxnLst/>
              <a:rect r="r" b="b" t="t" l="l"/>
              <a:pathLst>
                <a:path h="1374589" w="3390721">
                  <a:moveTo>
                    <a:pt x="30669" y="0"/>
                  </a:moveTo>
                  <a:lnTo>
                    <a:pt x="3360052" y="0"/>
                  </a:lnTo>
                  <a:cubicBezTo>
                    <a:pt x="3368186" y="0"/>
                    <a:pt x="3375987" y="3231"/>
                    <a:pt x="3381739" y="8983"/>
                  </a:cubicBezTo>
                  <a:cubicBezTo>
                    <a:pt x="3387490" y="14734"/>
                    <a:pt x="3390721" y="22535"/>
                    <a:pt x="3390721" y="30669"/>
                  </a:cubicBezTo>
                  <a:lnTo>
                    <a:pt x="3390721" y="1343920"/>
                  </a:lnTo>
                  <a:cubicBezTo>
                    <a:pt x="3390721" y="1360858"/>
                    <a:pt x="3376990" y="1374589"/>
                    <a:pt x="3360052" y="1374589"/>
                  </a:cubicBezTo>
                  <a:lnTo>
                    <a:pt x="30669" y="1374589"/>
                  </a:lnTo>
                  <a:cubicBezTo>
                    <a:pt x="13731" y="1374589"/>
                    <a:pt x="0" y="1360858"/>
                    <a:pt x="0" y="1343920"/>
                  </a:cubicBezTo>
                  <a:lnTo>
                    <a:pt x="0" y="30669"/>
                  </a:lnTo>
                  <a:cubicBezTo>
                    <a:pt x="0" y="13731"/>
                    <a:pt x="13731" y="0"/>
                    <a:pt x="30669" y="0"/>
                  </a:cubicBezTo>
                  <a:close/>
                </a:path>
              </a:pathLst>
            </a:custGeom>
            <a:solidFill>
              <a:srgbClr val="FFEBCA"/>
            </a:solidFill>
            <a:ln w="95250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3390721" cy="1450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683901" y="765615"/>
            <a:ext cx="10920197" cy="1648268"/>
            <a:chOff x="0" y="0"/>
            <a:chExt cx="2876101" cy="4341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76101" cy="434112"/>
            </a:xfrm>
            <a:custGeom>
              <a:avLst/>
              <a:gdLst/>
              <a:ahLst/>
              <a:cxnLst/>
              <a:rect r="r" b="b" t="t" l="l"/>
              <a:pathLst>
                <a:path h="434112" w="2876101">
                  <a:moveTo>
                    <a:pt x="36157" y="0"/>
                  </a:moveTo>
                  <a:lnTo>
                    <a:pt x="2839945" y="0"/>
                  </a:lnTo>
                  <a:cubicBezTo>
                    <a:pt x="2859913" y="0"/>
                    <a:pt x="2876101" y="16188"/>
                    <a:pt x="2876101" y="36157"/>
                  </a:cubicBezTo>
                  <a:lnTo>
                    <a:pt x="2876101" y="397955"/>
                  </a:lnTo>
                  <a:cubicBezTo>
                    <a:pt x="2876101" y="417924"/>
                    <a:pt x="2859913" y="434112"/>
                    <a:pt x="2839945" y="434112"/>
                  </a:cubicBezTo>
                  <a:lnTo>
                    <a:pt x="36157" y="434112"/>
                  </a:lnTo>
                  <a:cubicBezTo>
                    <a:pt x="16188" y="434112"/>
                    <a:pt x="0" y="417924"/>
                    <a:pt x="0" y="397955"/>
                  </a:cubicBezTo>
                  <a:lnTo>
                    <a:pt x="0" y="36157"/>
                  </a:lnTo>
                  <a:cubicBezTo>
                    <a:pt x="0" y="16188"/>
                    <a:pt x="16188" y="0"/>
                    <a:pt x="36157" y="0"/>
                  </a:cubicBezTo>
                  <a:close/>
                </a:path>
              </a:pathLst>
            </a:custGeom>
            <a:solidFill>
              <a:srgbClr val="F8C650"/>
            </a:solidFill>
            <a:ln w="10477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876101" cy="51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727655">
            <a:off x="414043" y="6968283"/>
            <a:ext cx="2983269" cy="2467977"/>
          </a:xfrm>
          <a:custGeom>
            <a:avLst/>
            <a:gdLst/>
            <a:ahLst/>
            <a:cxnLst/>
            <a:rect r="r" b="b" t="t" l="l"/>
            <a:pathLst>
              <a:path h="2467977" w="2983269">
                <a:moveTo>
                  <a:pt x="0" y="0"/>
                </a:moveTo>
                <a:lnTo>
                  <a:pt x="2983269" y="0"/>
                </a:lnTo>
                <a:lnTo>
                  <a:pt x="2983269" y="2467977"/>
                </a:lnTo>
                <a:lnTo>
                  <a:pt x="0" y="24679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161025" y="6093569"/>
            <a:ext cx="3957477" cy="3475385"/>
          </a:xfrm>
          <a:custGeom>
            <a:avLst/>
            <a:gdLst/>
            <a:ahLst/>
            <a:cxnLst/>
            <a:rect r="r" b="b" t="t" l="l"/>
            <a:pathLst>
              <a:path h="3475385" w="3957477">
                <a:moveTo>
                  <a:pt x="0" y="0"/>
                </a:moveTo>
                <a:lnTo>
                  <a:pt x="3957478" y="0"/>
                </a:lnTo>
                <a:lnTo>
                  <a:pt x="3957478" y="3475384"/>
                </a:lnTo>
                <a:lnTo>
                  <a:pt x="0" y="34753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149711" y="3046207"/>
            <a:ext cx="11988578" cy="4194585"/>
          </a:xfrm>
          <a:custGeom>
            <a:avLst/>
            <a:gdLst/>
            <a:ahLst/>
            <a:cxnLst/>
            <a:rect r="r" b="b" t="t" l="l"/>
            <a:pathLst>
              <a:path h="4194585" w="11988578">
                <a:moveTo>
                  <a:pt x="0" y="0"/>
                </a:moveTo>
                <a:lnTo>
                  <a:pt x="11988578" y="0"/>
                </a:lnTo>
                <a:lnTo>
                  <a:pt x="11988578" y="4194586"/>
                </a:lnTo>
                <a:lnTo>
                  <a:pt x="0" y="41945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93107" y="739483"/>
            <a:ext cx="8501785" cy="151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  <a:spcBef>
                <a:spcPct val="0"/>
              </a:spcBef>
            </a:pPr>
            <a:r>
              <a:rPr lang="en-US" sz="8799">
                <a:solidFill>
                  <a:srgbClr val="286C53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TESTING AND RESULT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16307" y="8713919"/>
            <a:ext cx="19120613" cy="2016356"/>
          </a:xfrm>
          <a:custGeom>
            <a:avLst/>
            <a:gdLst/>
            <a:ahLst/>
            <a:cxnLst/>
            <a:rect r="r" b="b" t="t" l="l"/>
            <a:pathLst>
              <a:path h="2016356" w="19120613">
                <a:moveTo>
                  <a:pt x="0" y="0"/>
                </a:moveTo>
                <a:lnTo>
                  <a:pt x="19120614" y="0"/>
                </a:lnTo>
                <a:lnTo>
                  <a:pt x="19120614" y="2016356"/>
                </a:lnTo>
                <a:lnTo>
                  <a:pt x="0" y="20163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706927" y="2612117"/>
            <a:ext cx="12874145" cy="5807901"/>
            <a:chOff x="0" y="0"/>
            <a:chExt cx="3390721" cy="15296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90721" cy="1529653"/>
            </a:xfrm>
            <a:custGeom>
              <a:avLst/>
              <a:gdLst/>
              <a:ahLst/>
              <a:cxnLst/>
              <a:rect r="r" b="b" t="t" l="l"/>
              <a:pathLst>
                <a:path h="1529653" w="3390721">
                  <a:moveTo>
                    <a:pt x="30669" y="0"/>
                  </a:moveTo>
                  <a:lnTo>
                    <a:pt x="3360052" y="0"/>
                  </a:lnTo>
                  <a:cubicBezTo>
                    <a:pt x="3368186" y="0"/>
                    <a:pt x="3375987" y="3231"/>
                    <a:pt x="3381739" y="8983"/>
                  </a:cubicBezTo>
                  <a:cubicBezTo>
                    <a:pt x="3387490" y="14734"/>
                    <a:pt x="3390721" y="22535"/>
                    <a:pt x="3390721" y="30669"/>
                  </a:cubicBezTo>
                  <a:lnTo>
                    <a:pt x="3390721" y="1498984"/>
                  </a:lnTo>
                  <a:cubicBezTo>
                    <a:pt x="3390721" y="1515922"/>
                    <a:pt x="3376990" y="1529653"/>
                    <a:pt x="3360052" y="1529653"/>
                  </a:cubicBezTo>
                  <a:lnTo>
                    <a:pt x="30669" y="1529653"/>
                  </a:lnTo>
                  <a:cubicBezTo>
                    <a:pt x="13731" y="1529653"/>
                    <a:pt x="0" y="1515922"/>
                    <a:pt x="0" y="1498984"/>
                  </a:cubicBezTo>
                  <a:lnTo>
                    <a:pt x="0" y="30669"/>
                  </a:lnTo>
                  <a:cubicBezTo>
                    <a:pt x="0" y="13731"/>
                    <a:pt x="13731" y="0"/>
                    <a:pt x="30669" y="0"/>
                  </a:cubicBezTo>
                  <a:close/>
                </a:path>
              </a:pathLst>
            </a:custGeom>
            <a:solidFill>
              <a:srgbClr val="FFEBCA"/>
            </a:solidFill>
            <a:ln w="95250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3390721" cy="16058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683901" y="765615"/>
            <a:ext cx="10920197" cy="1648268"/>
            <a:chOff x="0" y="0"/>
            <a:chExt cx="2876101" cy="4341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76101" cy="434112"/>
            </a:xfrm>
            <a:custGeom>
              <a:avLst/>
              <a:gdLst/>
              <a:ahLst/>
              <a:cxnLst/>
              <a:rect r="r" b="b" t="t" l="l"/>
              <a:pathLst>
                <a:path h="434112" w="2876101">
                  <a:moveTo>
                    <a:pt x="36157" y="0"/>
                  </a:moveTo>
                  <a:lnTo>
                    <a:pt x="2839945" y="0"/>
                  </a:lnTo>
                  <a:cubicBezTo>
                    <a:pt x="2859913" y="0"/>
                    <a:pt x="2876101" y="16188"/>
                    <a:pt x="2876101" y="36157"/>
                  </a:cubicBezTo>
                  <a:lnTo>
                    <a:pt x="2876101" y="397955"/>
                  </a:lnTo>
                  <a:cubicBezTo>
                    <a:pt x="2876101" y="417924"/>
                    <a:pt x="2859913" y="434112"/>
                    <a:pt x="2839945" y="434112"/>
                  </a:cubicBezTo>
                  <a:lnTo>
                    <a:pt x="36157" y="434112"/>
                  </a:lnTo>
                  <a:cubicBezTo>
                    <a:pt x="16188" y="434112"/>
                    <a:pt x="0" y="417924"/>
                    <a:pt x="0" y="397955"/>
                  </a:cubicBezTo>
                  <a:lnTo>
                    <a:pt x="0" y="36157"/>
                  </a:lnTo>
                  <a:cubicBezTo>
                    <a:pt x="0" y="16188"/>
                    <a:pt x="16188" y="0"/>
                    <a:pt x="36157" y="0"/>
                  </a:cubicBezTo>
                  <a:close/>
                </a:path>
              </a:pathLst>
            </a:custGeom>
            <a:solidFill>
              <a:srgbClr val="F8C650"/>
            </a:solidFill>
            <a:ln w="10477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876101" cy="51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727655">
            <a:off x="414043" y="6968283"/>
            <a:ext cx="2983269" cy="2467977"/>
          </a:xfrm>
          <a:custGeom>
            <a:avLst/>
            <a:gdLst/>
            <a:ahLst/>
            <a:cxnLst/>
            <a:rect r="r" b="b" t="t" l="l"/>
            <a:pathLst>
              <a:path h="2467977" w="2983269">
                <a:moveTo>
                  <a:pt x="0" y="0"/>
                </a:moveTo>
                <a:lnTo>
                  <a:pt x="2983269" y="0"/>
                </a:lnTo>
                <a:lnTo>
                  <a:pt x="2983269" y="2467977"/>
                </a:lnTo>
                <a:lnTo>
                  <a:pt x="0" y="24679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161025" y="6093569"/>
            <a:ext cx="3957477" cy="3475385"/>
          </a:xfrm>
          <a:custGeom>
            <a:avLst/>
            <a:gdLst/>
            <a:ahLst/>
            <a:cxnLst/>
            <a:rect r="r" b="b" t="t" l="l"/>
            <a:pathLst>
              <a:path h="3475385" w="3957477">
                <a:moveTo>
                  <a:pt x="0" y="0"/>
                </a:moveTo>
                <a:lnTo>
                  <a:pt x="3957478" y="0"/>
                </a:lnTo>
                <a:lnTo>
                  <a:pt x="3957478" y="3475384"/>
                </a:lnTo>
                <a:lnTo>
                  <a:pt x="0" y="34753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823532" y="2887226"/>
            <a:ext cx="8640936" cy="5257682"/>
          </a:xfrm>
          <a:custGeom>
            <a:avLst/>
            <a:gdLst/>
            <a:ahLst/>
            <a:cxnLst/>
            <a:rect r="r" b="b" t="t" l="l"/>
            <a:pathLst>
              <a:path h="5257682" w="8640936">
                <a:moveTo>
                  <a:pt x="0" y="0"/>
                </a:moveTo>
                <a:lnTo>
                  <a:pt x="8640936" y="0"/>
                </a:lnTo>
                <a:lnTo>
                  <a:pt x="8640936" y="5257682"/>
                </a:lnTo>
                <a:lnTo>
                  <a:pt x="0" y="52576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7190" r="-7291" b="-25059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094518" y="739483"/>
            <a:ext cx="10098964" cy="151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  <a:spcBef>
                <a:spcPct val="0"/>
              </a:spcBef>
            </a:pPr>
            <a:r>
              <a:rPr lang="en-US" sz="8799">
                <a:solidFill>
                  <a:srgbClr val="286C53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PROJECT SHOWCASE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71601" y="3103008"/>
            <a:ext cx="11944798" cy="4989433"/>
            <a:chOff x="0" y="0"/>
            <a:chExt cx="3145955" cy="1314089"/>
          </a:xfrm>
        </p:grpSpPr>
        <p:sp>
          <p:nvSpPr>
            <p:cNvPr name="Freeform 4" id="4">
              <a:hlinkClick r:id="rId3" tooltip="https://drive.google.com/file/d/1DpSWVMpt97qAKMgUWJTMub2WuIHpYued/view?usp=drivesdk"/>
            </p:cNvPr>
            <p:cNvSpPr/>
            <p:nvPr/>
          </p:nvSpPr>
          <p:spPr>
            <a:xfrm flipH="false" flipV="false" rot="0">
              <a:off x="0" y="0"/>
              <a:ext cx="3145955" cy="1314089"/>
            </a:xfrm>
            <a:custGeom>
              <a:avLst/>
              <a:gdLst/>
              <a:ahLst/>
              <a:cxnLst/>
              <a:rect r="r" b="b" t="t" l="l"/>
              <a:pathLst>
                <a:path h="1314089" w="3145955">
                  <a:moveTo>
                    <a:pt x="33055" y="0"/>
                  </a:moveTo>
                  <a:lnTo>
                    <a:pt x="3112900" y="0"/>
                  </a:lnTo>
                  <a:cubicBezTo>
                    <a:pt x="3131156" y="0"/>
                    <a:pt x="3145955" y="14799"/>
                    <a:pt x="3145955" y="33055"/>
                  </a:cubicBezTo>
                  <a:lnTo>
                    <a:pt x="3145955" y="1281034"/>
                  </a:lnTo>
                  <a:cubicBezTo>
                    <a:pt x="3145955" y="1299290"/>
                    <a:pt x="3131156" y="1314089"/>
                    <a:pt x="3112900" y="1314089"/>
                  </a:cubicBezTo>
                  <a:lnTo>
                    <a:pt x="33055" y="1314089"/>
                  </a:lnTo>
                  <a:cubicBezTo>
                    <a:pt x="14799" y="1314089"/>
                    <a:pt x="0" y="1299290"/>
                    <a:pt x="0" y="1281034"/>
                  </a:cubicBezTo>
                  <a:lnTo>
                    <a:pt x="0" y="33055"/>
                  </a:lnTo>
                  <a:cubicBezTo>
                    <a:pt x="0" y="14799"/>
                    <a:pt x="14799" y="0"/>
                    <a:pt x="33055" y="0"/>
                  </a:cubicBezTo>
                  <a:close/>
                </a:path>
              </a:pathLst>
            </a:custGeom>
            <a:solidFill>
              <a:srgbClr val="FFEBCA"/>
            </a:solidFill>
            <a:ln w="95250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3145955" cy="1390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606476" y="8760234"/>
            <a:ext cx="19500953" cy="2056464"/>
          </a:xfrm>
          <a:custGeom>
            <a:avLst/>
            <a:gdLst/>
            <a:ahLst/>
            <a:cxnLst/>
            <a:rect r="r" b="b" t="t" l="l"/>
            <a:pathLst>
              <a:path h="2056464" w="19500953">
                <a:moveTo>
                  <a:pt x="0" y="0"/>
                </a:moveTo>
                <a:lnTo>
                  <a:pt x="19500952" y="0"/>
                </a:lnTo>
                <a:lnTo>
                  <a:pt x="19500952" y="2056465"/>
                </a:lnTo>
                <a:lnTo>
                  <a:pt x="0" y="2056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603133" y="1221247"/>
            <a:ext cx="9081734" cy="1600434"/>
            <a:chOff x="0" y="0"/>
            <a:chExt cx="2391897" cy="4215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91897" cy="421514"/>
            </a:xfrm>
            <a:custGeom>
              <a:avLst/>
              <a:gdLst/>
              <a:ahLst/>
              <a:cxnLst/>
              <a:rect r="r" b="b" t="t" l="l"/>
              <a:pathLst>
                <a:path h="421514" w="2391897">
                  <a:moveTo>
                    <a:pt x="43476" y="0"/>
                  </a:moveTo>
                  <a:lnTo>
                    <a:pt x="2348421" y="0"/>
                  </a:lnTo>
                  <a:cubicBezTo>
                    <a:pt x="2359951" y="0"/>
                    <a:pt x="2371010" y="4580"/>
                    <a:pt x="2379163" y="12734"/>
                  </a:cubicBezTo>
                  <a:cubicBezTo>
                    <a:pt x="2387316" y="20887"/>
                    <a:pt x="2391897" y="31945"/>
                    <a:pt x="2391897" y="43476"/>
                  </a:cubicBezTo>
                  <a:lnTo>
                    <a:pt x="2391897" y="378037"/>
                  </a:lnTo>
                  <a:cubicBezTo>
                    <a:pt x="2391897" y="389568"/>
                    <a:pt x="2387316" y="400626"/>
                    <a:pt x="2379163" y="408780"/>
                  </a:cubicBezTo>
                  <a:cubicBezTo>
                    <a:pt x="2371010" y="416933"/>
                    <a:pt x="2359951" y="421514"/>
                    <a:pt x="2348421" y="421514"/>
                  </a:cubicBezTo>
                  <a:lnTo>
                    <a:pt x="43476" y="421514"/>
                  </a:lnTo>
                  <a:cubicBezTo>
                    <a:pt x="31945" y="421514"/>
                    <a:pt x="20887" y="416933"/>
                    <a:pt x="12734" y="408780"/>
                  </a:cubicBezTo>
                  <a:cubicBezTo>
                    <a:pt x="4580" y="400626"/>
                    <a:pt x="0" y="389568"/>
                    <a:pt x="0" y="378037"/>
                  </a:cubicBezTo>
                  <a:lnTo>
                    <a:pt x="0" y="43476"/>
                  </a:lnTo>
                  <a:cubicBezTo>
                    <a:pt x="0" y="31945"/>
                    <a:pt x="4580" y="20887"/>
                    <a:pt x="12734" y="12734"/>
                  </a:cubicBezTo>
                  <a:cubicBezTo>
                    <a:pt x="20887" y="4580"/>
                    <a:pt x="31945" y="0"/>
                    <a:pt x="43476" y="0"/>
                  </a:cubicBezTo>
                  <a:close/>
                </a:path>
              </a:pathLst>
            </a:custGeom>
            <a:solidFill>
              <a:srgbClr val="F8C650"/>
            </a:solidFill>
            <a:ln w="10477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391897" cy="497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0" id="10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4923342" y="3223605"/>
            <a:ext cx="8441315" cy="474824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5075668" y="1171199"/>
            <a:ext cx="8136664" cy="151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  <a:spcBef>
                <a:spcPct val="0"/>
              </a:spcBef>
            </a:pPr>
            <a:r>
              <a:rPr lang="en-US" sz="8799">
                <a:solidFill>
                  <a:srgbClr val="286C53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VIDEO DEMONSTRATION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84064" y="1185988"/>
            <a:ext cx="9719873" cy="1600434"/>
            <a:chOff x="0" y="0"/>
            <a:chExt cx="2559966" cy="4215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9966" cy="421514"/>
            </a:xfrm>
            <a:custGeom>
              <a:avLst/>
              <a:gdLst/>
              <a:ahLst/>
              <a:cxnLst/>
              <a:rect r="r" b="b" t="t" l="l"/>
              <a:pathLst>
                <a:path h="421514" w="2559966">
                  <a:moveTo>
                    <a:pt x="40622" y="0"/>
                  </a:moveTo>
                  <a:lnTo>
                    <a:pt x="2519345" y="0"/>
                  </a:lnTo>
                  <a:cubicBezTo>
                    <a:pt x="2541780" y="0"/>
                    <a:pt x="2559966" y="18187"/>
                    <a:pt x="2559966" y="40622"/>
                  </a:cubicBezTo>
                  <a:lnTo>
                    <a:pt x="2559966" y="380892"/>
                  </a:lnTo>
                  <a:cubicBezTo>
                    <a:pt x="2559966" y="403327"/>
                    <a:pt x="2541780" y="421514"/>
                    <a:pt x="2519345" y="421514"/>
                  </a:cubicBezTo>
                  <a:lnTo>
                    <a:pt x="40622" y="421514"/>
                  </a:lnTo>
                  <a:cubicBezTo>
                    <a:pt x="18187" y="421514"/>
                    <a:pt x="0" y="403327"/>
                    <a:pt x="0" y="380892"/>
                  </a:cubicBezTo>
                  <a:lnTo>
                    <a:pt x="0" y="40622"/>
                  </a:lnTo>
                  <a:cubicBezTo>
                    <a:pt x="0" y="18187"/>
                    <a:pt x="18187" y="0"/>
                    <a:pt x="40622" y="0"/>
                  </a:cubicBezTo>
                  <a:close/>
                </a:path>
              </a:pathLst>
            </a:custGeom>
            <a:solidFill>
              <a:srgbClr val="F8C650"/>
            </a:solidFill>
            <a:ln w="10477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559966" cy="497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487869" y="9822994"/>
            <a:ext cx="20043026" cy="838163"/>
          </a:xfrm>
          <a:custGeom>
            <a:avLst/>
            <a:gdLst/>
            <a:ahLst/>
            <a:cxnLst/>
            <a:rect r="r" b="b" t="t" l="l"/>
            <a:pathLst>
              <a:path h="838163" w="20043026">
                <a:moveTo>
                  <a:pt x="0" y="0"/>
                </a:moveTo>
                <a:lnTo>
                  <a:pt x="20043026" y="0"/>
                </a:lnTo>
                <a:lnTo>
                  <a:pt x="20043026" y="838163"/>
                </a:lnTo>
                <a:lnTo>
                  <a:pt x="0" y="8381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30265" y="6438461"/>
            <a:ext cx="7697077" cy="3848539"/>
          </a:xfrm>
          <a:custGeom>
            <a:avLst/>
            <a:gdLst/>
            <a:ahLst/>
            <a:cxnLst/>
            <a:rect r="r" b="b" t="t" l="l"/>
            <a:pathLst>
              <a:path h="3848539" w="7697077">
                <a:moveTo>
                  <a:pt x="0" y="0"/>
                </a:moveTo>
                <a:lnTo>
                  <a:pt x="7697077" y="0"/>
                </a:lnTo>
                <a:lnTo>
                  <a:pt x="7697077" y="3848539"/>
                </a:lnTo>
                <a:lnTo>
                  <a:pt x="0" y="384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85931" y="4497746"/>
            <a:ext cx="7064278" cy="7099777"/>
          </a:xfrm>
          <a:custGeom>
            <a:avLst/>
            <a:gdLst/>
            <a:ahLst/>
            <a:cxnLst/>
            <a:rect r="r" b="b" t="t" l="l"/>
            <a:pathLst>
              <a:path h="7099777" w="7064278">
                <a:moveTo>
                  <a:pt x="0" y="0"/>
                </a:moveTo>
                <a:lnTo>
                  <a:pt x="7064278" y="0"/>
                </a:lnTo>
                <a:lnTo>
                  <a:pt x="7064278" y="7099777"/>
                </a:lnTo>
                <a:lnTo>
                  <a:pt x="0" y="70997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79725" y="3229354"/>
            <a:ext cx="7239544" cy="4344458"/>
            <a:chOff x="0" y="0"/>
            <a:chExt cx="1906711" cy="11442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6711" cy="1144219"/>
            </a:xfrm>
            <a:custGeom>
              <a:avLst/>
              <a:gdLst/>
              <a:ahLst/>
              <a:cxnLst/>
              <a:rect r="r" b="b" t="t" l="l"/>
              <a:pathLst>
                <a:path h="1144219" w="1906711">
                  <a:moveTo>
                    <a:pt x="54539" y="0"/>
                  </a:moveTo>
                  <a:lnTo>
                    <a:pt x="1852172" y="0"/>
                  </a:lnTo>
                  <a:cubicBezTo>
                    <a:pt x="1866637" y="0"/>
                    <a:pt x="1880509" y="5746"/>
                    <a:pt x="1890737" y="15974"/>
                  </a:cubicBezTo>
                  <a:cubicBezTo>
                    <a:pt x="1900965" y="26202"/>
                    <a:pt x="1906711" y="40074"/>
                    <a:pt x="1906711" y="54539"/>
                  </a:cubicBezTo>
                  <a:lnTo>
                    <a:pt x="1906711" y="1089680"/>
                  </a:lnTo>
                  <a:cubicBezTo>
                    <a:pt x="1906711" y="1119801"/>
                    <a:pt x="1882293" y="1144219"/>
                    <a:pt x="1852172" y="1144219"/>
                  </a:cubicBezTo>
                  <a:lnTo>
                    <a:pt x="54539" y="1144219"/>
                  </a:lnTo>
                  <a:cubicBezTo>
                    <a:pt x="24418" y="1144219"/>
                    <a:pt x="0" y="1119801"/>
                    <a:pt x="0" y="1089680"/>
                  </a:cubicBezTo>
                  <a:lnTo>
                    <a:pt x="0" y="54539"/>
                  </a:lnTo>
                  <a:cubicBezTo>
                    <a:pt x="0" y="24418"/>
                    <a:pt x="24418" y="0"/>
                    <a:pt x="54539" y="0"/>
                  </a:cubicBezTo>
                  <a:close/>
                </a:path>
              </a:pathLst>
            </a:custGeom>
            <a:solidFill>
              <a:srgbClr val="FFEBCA"/>
            </a:solidFill>
            <a:ln w="95250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906711" cy="1220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68731" y="4013677"/>
            <a:ext cx="7239544" cy="4344458"/>
            <a:chOff x="0" y="0"/>
            <a:chExt cx="1906711" cy="11442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06711" cy="1144219"/>
            </a:xfrm>
            <a:custGeom>
              <a:avLst/>
              <a:gdLst/>
              <a:ahLst/>
              <a:cxnLst/>
              <a:rect r="r" b="b" t="t" l="l"/>
              <a:pathLst>
                <a:path h="1144219" w="1906711">
                  <a:moveTo>
                    <a:pt x="54539" y="0"/>
                  </a:moveTo>
                  <a:lnTo>
                    <a:pt x="1852172" y="0"/>
                  </a:lnTo>
                  <a:cubicBezTo>
                    <a:pt x="1866637" y="0"/>
                    <a:pt x="1880509" y="5746"/>
                    <a:pt x="1890737" y="15974"/>
                  </a:cubicBezTo>
                  <a:cubicBezTo>
                    <a:pt x="1900965" y="26202"/>
                    <a:pt x="1906711" y="40074"/>
                    <a:pt x="1906711" y="54539"/>
                  </a:cubicBezTo>
                  <a:lnTo>
                    <a:pt x="1906711" y="1089680"/>
                  </a:lnTo>
                  <a:cubicBezTo>
                    <a:pt x="1906711" y="1119801"/>
                    <a:pt x="1882293" y="1144219"/>
                    <a:pt x="1852172" y="1144219"/>
                  </a:cubicBezTo>
                  <a:lnTo>
                    <a:pt x="54539" y="1144219"/>
                  </a:lnTo>
                  <a:cubicBezTo>
                    <a:pt x="24418" y="1144219"/>
                    <a:pt x="0" y="1119801"/>
                    <a:pt x="0" y="1089680"/>
                  </a:cubicBezTo>
                  <a:lnTo>
                    <a:pt x="0" y="54539"/>
                  </a:lnTo>
                  <a:cubicBezTo>
                    <a:pt x="0" y="24418"/>
                    <a:pt x="24418" y="0"/>
                    <a:pt x="54539" y="0"/>
                  </a:cubicBezTo>
                  <a:close/>
                </a:path>
              </a:pathLst>
            </a:custGeom>
            <a:solidFill>
              <a:srgbClr val="FFEBCA"/>
            </a:solidFill>
            <a:ln w="95250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906711" cy="1220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709300" y="1135939"/>
            <a:ext cx="8136664" cy="151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  <a:spcBef>
                <a:spcPct val="0"/>
              </a:spcBef>
            </a:pPr>
            <a:r>
              <a:rPr lang="en-US" sz="8799">
                <a:solidFill>
                  <a:srgbClr val="DC4200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ปัญหา </a:t>
            </a:r>
            <a:r>
              <a:rPr lang="en-US" sz="8799">
                <a:solidFill>
                  <a:srgbClr val="000000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&amp; </a:t>
            </a:r>
            <a:r>
              <a:rPr lang="en-US" sz="8799">
                <a:solidFill>
                  <a:srgbClr val="286C53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วิธีแก้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34198" y="4178865"/>
            <a:ext cx="6530599" cy="2259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9310" indent="-329655" lvl="1">
              <a:lnSpc>
                <a:spcPts val="4275"/>
              </a:lnSpc>
              <a:buFont typeface="Arial"/>
              <a:buChar char="•"/>
            </a:pPr>
            <a:r>
              <a:rPr lang="en-US" sz="3053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ไฟเลี้ยงไม่พอ เมื่อเสียบสาย USB เข้ากับคอม</a:t>
            </a:r>
          </a:p>
          <a:p>
            <a:pPr algn="l" marL="659310" indent="-329655" lvl="1">
              <a:lnSpc>
                <a:spcPts val="4519"/>
              </a:lnSpc>
              <a:buFont typeface="Arial"/>
              <a:buChar char="•"/>
            </a:pPr>
            <a:r>
              <a:rPr lang="en-US" sz="3053">
                <a:solidFill>
                  <a:srgbClr val="DC4200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ไม้กั้นเปิดขึ้นเองโดยที่ Ultrasonic ยังไม่ได้ตรวจจับวัตถุ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23374" y="5300081"/>
            <a:ext cx="6530256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86C53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ใช้แหล้งจ่ายภายนอก โดยเสียบเข้ากับแบตเตอรี่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86C53"/>
                </a:solidFill>
                <a:latin typeface="อีฟดอวอิ้ง"/>
                <a:ea typeface="อีฟดอวอิ้ง"/>
                <a:cs typeface="อีฟดอวอิ้ง"/>
                <a:sym typeface="อีฟดอวอิ้ง"/>
              </a:rPr>
              <a:t>ให้กด Boots ในESP32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4631" y="8435090"/>
            <a:ext cx="19377262" cy="2043420"/>
          </a:xfrm>
          <a:custGeom>
            <a:avLst/>
            <a:gdLst/>
            <a:ahLst/>
            <a:cxnLst/>
            <a:rect r="r" b="b" t="t" l="l"/>
            <a:pathLst>
              <a:path h="2043420" w="19377262">
                <a:moveTo>
                  <a:pt x="0" y="0"/>
                </a:moveTo>
                <a:lnTo>
                  <a:pt x="19377262" y="0"/>
                </a:lnTo>
                <a:lnTo>
                  <a:pt x="19377262" y="2043421"/>
                </a:lnTo>
                <a:lnTo>
                  <a:pt x="0" y="20434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82342" y="1662880"/>
            <a:ext cx="3050289" cy="6961241"/>
          </a:xfrm>
          <a:custGeom>
            <a:avLst/>
            <a:gdLst/>
            <a:ahLst/>
            <a:cxnLst/>
            <a:rect r="r" b="b" t="t" l="l"/>
            <a:pathLst>
              <a:path h="6961241" w="3050289">
                <a:moveTo>
                  <a:pt x="0" y="0"/>
                </a:moveTo>
                <a:lnTo>
                  <a:pt x="3050289" y="0"/>
                </a:lnTo>
                <a:lnTo>
                  <a:pt x="3050289" y="6961240"/>
                </a:lnTo>
                <a:lnTo>
                  <a:pt x="0" y="69612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92808">
            <a:off x="3764263" y="1862886"/>
            <a:ext cx="2089613" cy="1759074"/>
          </a:xfrm>
          <a:custGeom>
            <a:avLst/>
            <a:gdLst/>
            <a:ahLst/>
            <a:cxnLst/>
            <a:rect r="r" b="b" t="t" l="l"/>
            <a:pathLst>
              <a:path h="1759074" w="2089613">
                <a:moveTo>
                  <a:pt x="0" y="0"/>
                </a:moveTo>
                <a:lnTo>
                  <a:pt x="2089613" y="0"/>
                </a:lnTo>
                <a:lnTo>
                  <a:pt x="2089613" y="1759074"/>
                </a:lnTo>
                <a:lnTo>
                  <a:pt x="0" y="17590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65676" y="-343674"/>
            <a:ext cx="9015796" cy="8228962"/>
          </a:xfrm>
          <a:custGeom>
            <a:avLst/>
            <a:gdLst/>
            <a:ahLst/>
            <a:cxnLst/>
            <a:rect r="r" b="b" t="t" l="l"/>
            <a:pathLst>
              <a:path h="8228962" w="9015796">
                <a:moveTo>
                  <a:pt x="0" y="0"/>
                </a:moveTo>
                <a:lnTo>
                  <a:pt x="9015795" y="0"/>
                </a:lnTo>
                <a:lnTo>
                  <a:pt x="9015795" y="8228963"/>
                </a:lnTo>
                <a:lnTo>
                  <a:pt x="0" y="82289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50733" y="5342001"/>
            <a:ext cx="6598076" cy="4114800"/>
          </a:xfrm>
          <a:custGeom>
            <a:avLst/>
            <a:gdLst/>
            <a:ahLst/>
            <a:cxnLst/>
            <a:rect r="r" b="b" t="t" l="l"/>
            <a:pathLst>
              <a:path h="4114800" w="6598076">
                <a:moveTo>
                  <a:pt x="0" y="0"/>
                </a:moveTo>
                <a:lnTo>
                  <a:pt x="6598076" y="0"/>
                </a:lnTo>
                <a:lnTo>
                  <a:pt x="65980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61418" y="5564702"/>
            <a:ext cx="5195763" cy="3892099"/>
          </a:xfrm>
          <a:custGeom>
            <a:avLst/>
            <a:gdLst/>
            <a:ahLst/>
            <a:cxnLst/>
            <a:rect r="r" b="b" t="t" l="l"/>
            <a:pathLst>
              <a:path h="3892099" w="5195763">
                <a:moveTo>
                  <a:pt x="0" y="0"/>
                </a:moveTo>
                <a:lnTo>
                  <a:pt x="5195764" y="0"/>
                </a:lnTo>
                <a:lnTo>
                  <a:pt x="5195764" y="3892099"/>
                </a:lnTo>
                <a:lnTo>
                  <a:pt x="0" y="389209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193426" y="4762782"/>
            <a:ext cx="6760295" cy="174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23"/>
              </a:lnSpc>
              <a:spcBef>
                <a:spcPct val="0"/>
              </a:spcBef>
            </a:pPr>
            <a:r>
              <a:rPr lang="en-US" sz="10088">
                <a:solidFill>
                  <a:srgbClr val="286C53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DAHWL2RA6ck</dc:identifier>
  <dcterms:modified xsi:type="dcterms:W3CDTF">2011-08-01T06:04:30Z</dcterms:modified>
  <cp:revision>1</cp:revision>
  <dc:title>Blue Green and Yellow Illustrated Construction Presentation</dc:title>
</cp:coreProperties>
</file>